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  <p:sldMasterId id="2147483698" r:id="rId4"/>
    <p:sldMasterId id="2147483710" r:id="rId5"/>
    <p:sldMasterId id="2147483722" r:id="rId6"/>
  </p:sldMasterIdLst>
  <p:notesMasterIdLst>
    <p:notesMasterId r:id="rId47"/>
  </p:notesMasterIdLst>
  <p:handoutMasterIdLst>
    <p:handoutMasterId r:id="rId48"/>
  </p:handoutMasterIdLst>
  <p:sldIdLst>
    <p:sldId id="313" r:id="rId7"/>
    <p:sldId id="261" r:id="rId8"/>
    <p:sldId id="262" r:id="rId9"/>
    <p:sldId id="263" r:id="rId10"/>
    <p:sldId id="264" r:id="rId11"/>
    <p:sldId id="265" r:id="rId12"/>
    <p:sldId id="266" r:id="rId13"/>
    <p:sldId id="30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05" r:id="rId22"/>
    <p:sldId id="310" r:id="rId23"/>
    <p:sldId id="309" r:id="rId24"/>
    <p:sldId id="275" r:id="rId25"/>
    <p:sldId id="304" r:id="rId26"/>
    <p:sldId id="277" r:id="rId27"/>
    <p:sldId id="278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94" r:id="rId37"/>
    <p:sldId id="292" r:id="rId38"/>
    <p:sldId id="291" r:id="rId39"/>
    <p:sldId id="289" r:id="rId40"/>
    <p:sldId id="290" r:id="rId41"/>
    <p:sldId id="293" r:id="rId42"/>
    <p:sldId id="296" r:id="rId43"/>
    <p:sldId id="298" r:id="rId44"/>
    <p:sldId id="300" r:id="rId45"/>
    <p:sldId id="302" r:id="rId4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242D66"/>
    <a:srgbClr val="F2F2F2"/>
    <a:srgbClr val="E87A23"/>
    <a:srgbClr val="ED7D31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94434" autoAdjust="0"/>
  </p:normalViewPr>
  <p:slideViewPr>
    <p:cSldViewPr>
      <p:cViewPr varScale="1">
        <p:scale>
          <a:sx n="112" d="100"/>
          <a:sy n="112" d="100"/>
        </p:scale>
        <p:origin x="1032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handoutMaster" Target="handoutMasters/handoutMaster1.xml"/><Relationship Id="rId56" Type="http://schemas.openxmlformats.org/officeDocument/2006/relationships/customXml" Target="../customXml/item3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li Silva" userId="4fc65303-b6c8-4204-bf62-05f1264bddba" providerId="ADAL" clId="{F7CDAB16-58E0-408D-A91E-8E4EED57F222}"/>
    <pc:docChg chg="undo custSel addSld modSld">
      <pc:chgData name="Nathali Silva" userId="4fc65303-b6c8-4204-bf62-05f1264bddba" providerId="ADAL" clId="{F7CDAB16-58E0-408D-A91E-8E4EED57F222}" dt="2024-09-05T03:07:02.802" v="24" actId="478"/>
      <pc:docMkLst>
        <pc:docMk/>
      </pc:docMkLst>
      <pc:sldChg chg="addSp delSp mod">
        <pc:chgData name="Nathali Silva" userId="4fc65303-b6c8-4204-bf62-05f1264bddba" providerId="ADAL" clId="{F7CDAB16-58E0-408D-A91E-8E4EED57F222}" dt="2024-08-29T04:08:41.620" v="13"/>
        <pc:sldMkLst>
          <pc:docMk/>
          <pc:sldMk cId="3497152198" sldId="261"/>
        </pc:sldMkLst>
        <pc:inkChg chg="del">
          <ac:chgData name="Nathali Silva" userId="4fc65303-b6c8-4204-bf62-05f1264bddba" providerId="ADAL" clId="{F7CDAB16-58E0-408D-A91E-8E4EED57F222}" dt="2024-08-29T02:58:46.227" v="0" actId="478"/>
          <ac:inkMkLst>
            <pc:docMk/>
            <pc:sldMk cId="3497152198" sldId="261"/>
            <ac:inkMk id="2" creationId="{3A2ED164-A4FB-2D5D-15DA-6DF232BB9ED4}"/>
          </ac:inkMkLst>
        </pc:inkChg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3497152198" sldId="261"/>
            <ac:inkMk id="3" creationId="{2C441C3E-81A7-2BD1-0C02-C33D004FECDD}"/>
          </ac:inkMkLst>
        </pc:inkChg>
      </pc:sldChg>
      <pc:sldChg chg="addSp delSp mod">
        <pc:chgData name="Nathali Silva" userId="4fc65303-b6c8-4204-bf62-05f1264bddba" providerId="ADAL" clId="{F7CDAB16-58E0-408D-A91E-8E4EED57F222}" dt="2024-08-29T04:08:41.620" v="13"/>
        <pc:sldMkLst>
          <pc:docMk/>
          <pc:sldMk cId="2628308136" sldId="262"/>
        </pc:sldMkLst>
        <pc:inkChg chg="del">
          <ac:chgData name="Nathali Silva" userId="4fc65303-b6c8-4204-bf62-05f1264bddba" providerId="ADAL" clId="{F7CDAB16-58E0-408D-A91E-8E4EED57F222}" dt="2024-08-29T02:58:48.977" v="1" actId="478"/>
          <ac:inkMkLst>
            <pc:docMk/>
            <pc:sldMk cId="2628308136" sldId="262"/>
            <ac:inkMk id="2" creationId="{963724B1-6A04-C0F5-E16D-3B09A86751AA}"/>
          </ac:inkMkLst>
        </pc:inkChg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2628308136" sldId="262"/>
            <ac:inkMk id="3" creationId="{DBAE3016-265C-2D15-11EA-C701CE9C737E}"/>
          </ac:inkMkLst>
        </pc:inkChg>
      </pc:sldChg>
      <pc:sldChg chg="addSp delSp mod">
        <pc:chgData name="Nathali Silva" userId="4fc65303-b6c8-4204-bf62-05f1264bddba" providerId="ADAL" clId="{F7CDAB16-58E0-408D-A91E-8E4EED57F222}" dt="2024-08-29T04:08:41.620" v="13"/>
        <pc:sldMkLst>
          <pc:docMk/>
          <pc:sldMk cId="1423886516" sldId="263"/>
        </pc:sldMkLst>
        <pc:inkChg chg="del">
          <ac:chgData name="Nathali Silva" userId="4fc65303-b6c8-4204-bf62-05f1264bddba" providerId="ADAL" clId="{F7CDAB16-58E0-408D-A91E-8E4EED57F222}" dt="2024-08-29T02:58:53.288" v="2" actId="478"/>
          <ac:inkMkLst>
            <pc:docMk/>
            <pc:sldMk cId="1423886516" sldId="263"/>
            <ac:inkMk id="2" creationId="{49C60C5F-FA34-0078-2339-D7DC9F673DBA}"/>
          </ac:inkMkLst>
        </pc:inkChg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1423886516" sldId="263"/>
            <ac:inkMk id="3" creationId="{8255DBFB-5DDA-95B7-EAAC-724277F29884}"/>
          </ac:inkMkLst>
        </pc:inkChg>
      </pc:sldChg>
      <pc:sldChg chg="addSp">
        <pc:chgData name="Nathali Silva" userId="4fc65303-b6c8-4204-bf62-05f1264bddba" providerId="ADAL" clId="{F7CDAB16-58E0-408D-A91E-8E4EED57F222}" dt="2024-08-29T04:08:41.620" v="13"/>
        <pc:sldMkLst>
          <pc:docMk/>
          <pc:sldMk cId="3312980730" sldId="264"/>
        </pc:sldMkLst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3312980730" sldId="264"/>
            <ac:inkMk id="2" creationId="{DF857909-E907-86FF-4263-1EC3BAE8F1BA}"/>
          </ac:inkMkLst>
        </pc:inkChg>
      </pc:sldChg>
      <pc:sldChg chg="addSp delSp mod">
        <pc:chgData name="Nathali Silva" userId="4fc65303-b6c8-4204-bf62-05f1264bddba" providerId="ADAL" clId="{F7CDAB16-58E0-408D-A91E-8E4EED57F222}" dt="2024-08-29T04:08:41.620" v="13"/>
        <pc:sldMkLst>
          <pc:docMk/>
          <pc:sldMk cId="2276738481" sldId="266"/>
        </pc:sldMkLst>
        <pc:inkChg chg="del">
          <ac:chgData name="Nathali Silva" userId="4fc65303-b6c8-4204-bf62-05f1264bddba" providerId="ADAL" clId="{F7CDAB16-58E0-408D-A91E-8E4EED57F222}" dt="2024-08-29T02:59:06.498" v="3" actId="478"/>
          <ac:inkMkLst>
            <pc:docMk/>
            <pc:sldMk cId="2276738481" sldId="266"/>
            <ac:inkMk id="2" creationId="{2E2FAFA8-612C-8808-52E6-9E21D0949E7A}"/>
          </ac:inkMkLst>
        </pc:inkChg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2276738481" sldId="266"/>
            <ac:inkMk id="3" creationId="{3EC9860D-8E8D-E6AF-C957-948DFEEDA593}"/>
          </ac:inkMkLst>
        </pc:inkChg>
      </pc:sldChg>
      <pc:sldChg chg="addSp">
        <pc:chgData name="Nathali Silva" userId="4fc65303-b6c8-4204-bf62-05f1264bddba" providerId="ADAL" clId="{F7CDAB16-58E0-408D-A91E-8E4EED57F222}" dt="2024-08-29T04:08:41.620" v="13"/>
        <pc:sldMkLst>
          <pc:docMk/>
          <pc:sldMk cId="2525176690" sldId="268"/>
        </pc:sldMkLst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2525176690" sldId="268"/>
            <ac:inkMk id="2" creationId="{2F207C7B-AB2B-7DE4-1543-2E208D652F1D}"/>
          </ac:inkMkLst>
        </pc:inkChg>
      </pc:sldChg>
      <pc:sldChg chg="addSp">
        <pc:chgData name="Nathali Silva" userId="4fc65303-b6c8-4204-bf62-05f1264bddba" providerId="ADAL" clId="{F7CDAB16-58E0-408D-A91E-8E4EED57F222}" dt="2024-08-29T04:08:41.620" v="13"/>
        <pc:sldMkLst>
          <pc:docMk/>
          <pc:sldMk cId="2258516642" sldId="269"/>
        </pc:sldMkLst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2258516642" sldId="269"/>
            <ac:inkMk id="2" creationId="{D7D58018-BB69-EB6A-2822-29340C4BFE9D}"/>
          </ac:inkMkLst>
        </pc:inkChg>
      </pc:sldChg>
      <pc:sldChg chg="addSp">
        <pc:chgData name="Nathali Silva" userId="4fc65303-b6c8-4204-bf62-05f1264bddba" providerId="ADAL" clId="{F7CDAB16-58E0-408D-A91E-8E4EED57F222}" dt="2024-08-29T04:08:41.620" v="13"/>
        <pc:sldMkLst>
          <pc:docMk/>
          <pc:sldMk cId="668997879" sldId="271"/>
        </pc:sldMkLst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668997879" sldId="271"/>
            <ac:inkMk id="2" creationId="{969A588B-D3B9-E2E3-AEC2-F642F8BC768A}"/>
          </ac:inkMkLst>
        </pc:inkChg>
      </pc:sldChg>
      <pc:sldChg chg="addSp">
        <pc:chgData name="Nathali Silva" userId="4fc65303-b6c8-4204-bf62-05f1264bddba" providerId="ADAL" clId="{F7CDAB16-58E0-408D-A91E-8E4EED57F222}" dt="2024-08-29T04:08:41.620" v="13"/>
        <pc:sldMkLst>
          <pc:docMk/>
          <pc:sldMk cId="2938348767" sldId="272"/>
        </pc:sldMkLst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2938348767" sldId="272"/>
            <ac:inkMk id="2" creationId="{24FB4DD3-BE3A-1FF8-26AA-563238925C2B}"/>
          </ac:inkMkLst>
        </pc:inkChg>
      </pc:sldChg>
      <pc:sldChg chg="addSp">
        <pc:chgData name="Nathali Silva" userId="4fc65303-b6c8-4204-bf62-05f1264bddba" providerId="ADAL" clId="{F7CDAB16-58E0-408D-A91E-8E4EED57F222}" dt="2024-08-29T04:35:51.017" v="15"/>
        <pc:sldMkLst>
          <pc:docMk/>
          <pc:sldMk cId="2703396221" sldId="273"/>
        </pc:sldMkLst>
        <pc:inkChg chg="add">
          <ac:chgData name="Nathali Silva" userId="4fc65303-b6c8-4204-bf62-05f1264bddba" providerId="ADAL" clId="{F7CDAB16-58E0-408D-A91E-8E4EED57F222}" dt="2024-08-29T04:35:51.017" v="15"/>
          <ac:inkMkLst>
            <pc:docMk/>
            <pc:sldMk cId="2703396221" sldId="273"/>
            <ac:inkMk id="2" creationId="{D36C7BA4-6EF7-36ED-115D-D3090489BF3F}"/>
          </ac:inkMkLst>
        </pc:inkChg>
      </pc:sldChg>
      <pc:sldChg chg="addSp">
        <pc:chgData name="Nathali Silva" userId="4fc65303-b6c8-4204-bf62-05f1264bddba" providerId="ADAL" clId="{F7CDAB16-58E0-408D-A91E-8E4EED57F222}" dt="2024-08-29T04:35:51.017" v="15"/>
        <pc:sldMkLst>
          <pc:docMk/>
          <pc:sldMk cId="615131006" sldId="274"/>
        </pc:sldMkLst>
        <pc:inkChg chg="add">
          <ac:chgData name="Nathali Silva" userId="4fc65303-b6c8-4204-bf62-05f1264bddba" providerId="ADAL" clId="{F7CDAB16-58E0-408D-A91E-8E4EED57F222}" dt="2024-08-29T04:35:51.017" v="15"/>
          <ac:inkMkLst>
            <pc:docMk/>
            <pc:sldMk cId="615131006" sldId="274"/>
            <ac:inkMk id="9" creationId="{21238213-3DF1-1140-63DB-FB90C6CD2D76}"/>
          </ac:inkMkLst>
        </pc:inkChg>
      </pc:sldChg>
      <pc:sldChg chg="addSp">
        <pc:chgData name="Nathali Silva" userId="4fc65303-b6c8-4204-bf62-05f1264bddba" providerId="ADAL" clId="{F7CDAB16-58E0-408D-A91E-8E4EED57F222}" dt="2024-08-29T04:59:26.308" v="21"/>
        <pc:sldMkLst>
          <pc:docMk/>
          <pc:sldMk cId="1394936261" sldId="275"/>
        </pc:sldMkLst>
        <pc:inkChg chg="add">
          <ac:chgData name="Nathali Silva" userId="4fc65303-b6c8-4204-bf62-05f1264bddba" providerId="ADAL" clId="{F7CDAB16-58E0-408D-A91E-8E4EED57F222}" dt="2024-08-29T04:59:26.308" v="21"/>
          <ac:inkMkLst>
            <pc:docMk/>
            <pc:sldMk cId="1394936261" sldId="275"/>
            <ac:inkMk id="2" creationId="{CCD9E1E3-E4F2-1BC9-B386-105827B4DA76}"/>
          </ac:inkMkLst>
        </pc:inkChg>
      </pc:sldChg>
      <pc:sldChg chg="delSp mod">
        <pc:chgData name="Nathali Silva" userId="4fc65303-b6c8-4204-bf62-05f1264bddba" providerId="ADAL" clId="{F7CDAB16-58E0-408D-A91E-8E4EED57F222}" dt="2024-08-29T03:00:20.987" v="5" actId="478"/>
        <pc:sldMkLst>
          <pc:docMk/>
          <pc:sldMk cId="2927605046" sldId="277"/>
        </pc:sldMkLst>
        <pc:inkChg chg="del">
          <ac:chgData name="Nathali Silva" userId="4fc65303-b6c8-4204-bf62-05f1264bddba" providerId="ADAL" clId="{F7CDAB16-58E0-408D-A91E-8E4EED57F222}" dt="2024-08-29T03:00:20.987" v="5" actId="478"/>
          <ac:inkMkLst>
            <pc:docMk/>
            <pc:sldMk cId="2927605046" sldId="277"/>
            <ac:inkMk id="2" creationId="{F15A7BDA-4161-0F38-A7B7-123C0F22515D}"/>
          </ac:inkMkLst>
        </pc:inkChg>
      </pc:sldChg>
      <pc:sldChg chg="delSp modSp mod">
        <pc:chgData name="Nathali Silva" userId="4fc65303-b6c8-4204-bf62-05f1264bddba" providerId="ADAL" clId="{F7CDAB16-58E0-408D-A91E-8E4EED57F222}" dt="2024-08-29T03:03:10.940" v="7" actId="478"/>
        <pc:sldMkLst>
          <pc:docMk/>
          <pc:sldMk cId="1862294384" sldId="281"/>
        </pc:sldMkLst>
        <pc:inkChg chg="del mod">
          <ac:chgData name="Nathali Silva" userId="4fc65303-b6c8-4204-bf62-05f1264bddba" providerId="ADAL" clId="{F7CDAB16-58E0-408D-A91E-8E4EED57F222}" dt="2024-08-29T03:03:10.940" v="7" actId="478"/>
          <ac:inkMkLst>
            <pc:docMk/>
            <pc:sldMk cId="1862294384" sldId="281"/>
            <ac:inkMk id="3" creationId="{6889FFDA-A989-CB41-361B-F0975D8DA666}"/>
          </ac:inkMkLst>
        </pc:inkChg>
      </pc:sldChg>
      <pc:sldChg chg="delSp modSp mod">
        <pc:chgData name="Nathali Silva" userId="4fc65303-b6c8-4204-bf62-05f1264bddba" providerId="ADAL" clId="{F7CDAB16-58E0-408D-A91E-8E4EED57F222}" dt="2024-08-29T03:03:56.071" v="9" actId="478"/>
        <pc:sldMkLst>
          <pc:docMk/>
          <pc:sldMk cId="1586929303" sldId="282"/>
        </pc:sldMkLst>
        <pc:inkChg chg="del mod">
          <ac:chgData name="Nathali Silva" userId="4fc65303-b6c8-4204-bf62-05f1264bddba" providerId="ADAL" clId="{F7CDAB16-58E0-408D-A91E-8E4EED57F222}" dt="2024-08-29T03:03:56.071" v="9" actId="478"/>
          <ac:inkMkLst>
            <pc:docMk/>
            <pc:sldMk cId="1586929303" sldId="282"/>
            <ac:inkMk id="2" creationId="{A827689E-3BEC-20B8-0262-BB1D0F1772AD}"/>
          </ac:inkMkLst>
        </pc:inkChg>
      </pc:sldChg>
      <pc:sldChg chg="delSp modSp mod">
        <pc:chgData name="Nathali Silva" userId="4fc65303-b6c8-4204-bf62-05f1264bddba" providerId="ADAL" clId="{F7CDAB16-58E0-408D-A91E-8E4EED57F222}" dt="2024-08-29T03:04:10.478" v="11" actId="478"/>
        <pc:sldMkLst>
          <pc:docMk/>
          <pc:sldMk cId="101257135" sldId="284"/>
        </pc:sldMkLst>
        <pc:inkChg chg="del mod">
          <ac:chgData name="Nathali Silva" userId="4fc65303-b6c8-4204-bf62-05f1264bddba" providerId="ADAL" clId="{F7CDAB16-58E0-408D-A91E-8E4EED57F222}" dt="2024-08-29T03:04:10.478" v="11" actId="478"/>
          <ac:inkMkLst>
            <pc:docMk/>
            <pc:sldMk cId="101257135" sldId="284"/>
            <ac:inkMk id="2" creationId="{38115D78-9F3F-01C6-C998-C26BE2C7DE86}"/>
          </ac:inkMkLst>
        </pc:inkChg>
      </pc:sldChg>
      <pc:sldChg chg="delSp mod">
        <pc:chgData name="Nathali Silva" userId="4fc65303-b6c8-4204-bf62-05f1264bddba" providerId="ADAL" clId="{F7CDAB16-58E0-408D-A91E-8E4EED57F222}" dt="2024-08-29T03:04:18.447" v="12" actId="478"/>
        <pc:sldMkLst>
          <pc:docMk/>
          <pc:sldMk cId="2752234507" sldId="285"/>
        </pc:sldMkLst>
        <pc:inkChg chg="del">
          <ac:chgData name="Nathali Silva" userId="4fc65303-b6c8-4204-bf62-05f1264bddba" providerId="ADAL" clId="{F7CDAB16-58E0-408D-A91E-8E4EED57F222}" dt="2024-08-29T03:04:18.447" v="12" actId="478"/>
          <ac:inkMkLst>
            <pc:docMk/>
            <pc:sldMk cId="2752234507" sldId="285"/>
            <ac:inkMk id="2" creationId="{73171DEA-11BC-9948-CB2F-13CDD0E7A59A}"/>
          </ac:inkMkLst>
        </pc:inkChg>
      </pc:sldChg>
      <pc:sldChg chg="addSp delSp mod">
        <pc:chgData name="Nathali Silva" userId="4fc65303-b6c8-4204-bf62-05f1264bddba" providerId="ADAL" clId="{F7CDAB16-58E0-408D-A91E-8E4EED57F222}" dt="2024-09-05T03:07:02.802" v="24" actId="478"/>
        <pc:sldMkLst>
          <pc:docMk/>
          <pc:sldMk cId="1386089636" sldId="286"/>
        </pc:sldMkLst>
        <pc:inkChg chg="add del">
          <ac:chgData name="Nathali Silva" userId="4fc65303-b6c8-4204-bf62-05f1264bddba" providerId="ADAL" clId="{F7CDAB16-58E0-408D-A91E-8E4EED57F222}" dt="2024-09-05T03:07:02.802" v="24" actId="478"/>
          <ac:inkMkLst>
            <pc:docMk/>
            <pc:sldMk cId="1386089636" sldId="286"/>
            <ac:inkMk id="2" creationId="{BC499DDB-90F2-E27D-308C-4F9628E84460}"/>
          </ac:inkMkLst>
        </pc:inkChg>
      </pc:sldChg>
      <pc:sldChg chg="addSp delSp modSp modAnim">
        <pc:chgData name="Nathali Silva" userId="4fc65303-b6c8-4204-bf62-05f1264bddba" providerId="ADAL" clId="{F7CDAB16-58E0-408D-A91E-8E4EED57F222}" dt="2024-08-29T04:59:26.308" v="21"/>
        <pc:sldMkLst>
          <pc:docMk/>
          <pc:sldMk cId="4240008643" sldId="305"/>
        </pc:sldMkLst>
        <pc:spChg chg="mod">
          <ac:chgData name="Nathali Silva" userId="4fc65303-b6c8-4204-bf62-05f1264bddba" providerId="ADAL" clId="{F7CDAB16-58E0-408D-A91E-8E4EED57F222}" dt="2024-08-29T04:36:09.404" v="19" actId="6549"/>
          <ac:spMkLst>
            <pc:docMk/>
            <pc:sldMk cId="4240008643" sldId="305"/>
            <ac:spMk id="3" creationId="{00000000-0000-0000-0000-000000000000}"/>
          </ac:spMkLst>
        </pc:spChg>
        <pc:spChg chg="del">
          <ac:chgData name="Nathali Silva" userId="4fc65303-b6c8-4204-bf62-05f1264bddba" providerId="ADAL" clId="{F7CDAB16-58E0-408D-A91E-8E4EED57F222}" dt="2024-08-29T04:36:11.596" v="20" actId="478"/>
          <ac:spMkLst>
            <pc:docMk/>
            <pc:sldMk cId="4240008643" sldId="305"/>
            <ac:spMk id="5" creationId="{00000000-0000-0000-0000-000000000000}"/>
          </ac:spMkLst>
        </pc:spChg>
        <pc:inkChg chg="add">
          <ac:chgData name="Nathali Silva" userId="4fc65303-b6c8-4204-bf62-05f1264bddba" providerId="ADAL" clId="{F7CDAB16-58E0-408D-A91E-8E4EED57F222}" dt="2024-08-29T04:59:26.308" v="21"/>
          <ac:inkMkLst>
            <pc:docMk/>
            <pc:sldMk cId="4240008643" sldId="305"/>
            <ac:inkMk id="6" creationId="{9691A738-3939-1F11-8570-91E7BFD58483}"/>
          </ac:inkMkLst>
        </pc:inkChg>
      </pc:sldChg>
      <pc:sldChg chg="addSp delSp mod">
        <pc:chgData name="Nathali Silva" userId="4fc65303-b6c8-4204-bf62-05f1264bddba" providerId="ADAL" clId="{F7CDAB16-58E0-408D-A91E-8E4EED57F222}" dt="2024-08-29T04:08:41.620" v="13"/>
        <pc:sldMkLst>
          <pc:docMk/>
          <pc:sldMk cId="2278678242" sldId="308"/>
        </pc:sldMkLst>
        <pc:inkChg chg="del">
          <ac:chgData name="Nathali Silva" userId="4fc65303-b6c8-4204-bf62-05f1264bddba" providerId="ADAL" clId="{F7CDAB16-58E0-408D-A91E-8E4EED57F222}" dt="2024-08-29T02:59:23.572" v="4" actId="478"/>
          <ac:inkMkLst>
            <pc:docMk/>
            <pc:sldMk cId="2278678242" sldId="308"/>
            <ac:inkMk id="2" creationId="{E4FCCEA1-E8F7-6471-E52E-DAEB645A78C6}"/>
          </ac:inkMkLst>
        </pc:inkChg>
        <pc:inkChg chg="add">
          <ac:chgData name="Nathali Silva" userId="4fc65303-b6c8-4204-bf62-05f1264bddba" providerId="ADAL" clId="{F7CDAB16-58E0-408D-A91E-8E4EED57F222}" dt="2024-08-29T04:08:41.620" v="13"/>
          <ac:inkMkLst>
            <pc:docMk/>
            <pc:sldMk cId="2278678242" sldId="308"/>
            <ac:inkMk id="3" creationId="{D23B69CE-0C61-4470-DCF9-ECDED238DE22}"/>
          </ac:inkMkLst>
        </pc:inkChg>
      </pc:sldChg>
      <pc:sldChg chg="addSp">
        <pc:chgData name="Nathali Silva" userId="4fc65303-b6c8-4204-bf62-05f1264bddba" providerId="ADAL" clId="{F7CDAB16-58E0-408D-A91E-8E4EED57F222}" dt="2024-08-29T04:59:26.308" v="21"/>
        <pc:sldMkLst>
          <pc:docMk/>
          <pc:sldMk cId="1812542066" sldId="309"/>
        </pc:sldMkLst>
        <pc:inkChg chg="add">
          <ac:chgData name="Nathali Silva" userId="4fc65303-b6c8-4204-bf62-05f1264bddba" providerId="ADAL" clId="{F7CDAB16-58E0-408D-A91E-8E4EED57F222}" dt="2024-08-29T04:59:26.308" v="21"/>
          <ac:inkMkLst>
            <pc:docMk/>
            <pc:sldMk cId="1812542066" sldId="309"/>
            <ac:inkMk id="6" creationId="{175D2E00-1E5D-493E-6EA6-E51125A49AB8}"/>
          </ac:inkMkLst>
        </pc:inkChg>
      </pc:sldChg>
      <pc:sldChg chg="addSp">
        <pc:chgData name="Nathali Silva" userId="4fc65303-b6c8-4204-bf62-05f1264bddba" providerId="ADAL" clId="{F7CDAB16-58E0-408D-A91E-8E4EED57F222}" dt="2024-08-29T04:59:26.308" v="21"/>
        <pc:sldMkLst>
          <pc:docMk/>
          <pc:sldMk cId="2021886241" sldId="310"/>
        </pc:sldMkLst>
        <pc:inkChg chg="add">
          <ac:chgData name="Nathali Silva" userId="4fc65303-b6c8-4204-bf62-05f1264bddba" providerId="ADAL" clId="{F7CDAB16-58E0-408D-A91E-8E4EED57F222}" dt="2024-08-29T04:59:26.308" v="21"/>
          <ac:inkMkLst>
            <pc:docMk/>
            <pc:sldMk cId="2021886241" sldId="310"/>
            <ac:inkMk id="6" creationId="{1899F176-290E-0B67-5C0C-6864EF213F52}"/>
          </ac:inkMkLst>
        </pc:inkChg>
      </pc:sldChg>
      <pc:sldChg chg="addSp new">
        <pc:chgData name="Nathali Silva" userId="4fc65303-b6c8-4204-bf62-05f1264bddba" providerId="ADAL" clId="{F7CDAB16-58E0-408D-A91E-8E4EED57F222}" dt="2024-08-29T04:35:51.017" v="15"/>
        <pc:sldMkLst>
          <pc:docMk/>
          <pc:sldMk cId="90482937" sldId="317"/>
        </pc:sldMkLst>
        <pc:inkChg chg="add">
          <ac:chgData name="Nathali Silva" userId="4fc65303-b6c8-4204-bf62-05f1264bddba" providerId="ADAL" clId="{F7CDAB16-58E0-408D-A91E-8E4EED57F222}" dt="2024-08-29T04:35:51.017" v="15"/>
          <ac:inkMkLst>
            <pc:docMk/>
            <pc:sldMk cId="90482937" sldId="317"/>
            <ac:inkMk id="5" creationId="{6F4A7DA2-3530-3FE3-8E45-393ECF0FC78D}"/>
          </ac:inkMkLst>
        </pc:inkChg>
      </pc:sldChg>
    </pc:docChg>
  </pc:docChgLst>
  <pc:docChgLst>
    <pc:chgData name="Nathali Silva" userId="4fc65303-b6c8-4204-bf62-05f1264bddba" providerId="ADAL" clId="{55119160-04D9-4D5A-A062-07962123E03E}"/>
    <pc:docChg chg="custSel delSld modSld">
      <pc:chgData name="Nathali Silva" userId="4fc65303-b6c8-4204-bf62-05f1264bddba" providerId="ADAL" clId="{55119160-04D9-4D5A-A062-07962123E03E}" dt="2024-10-21T09:33:50.641" v="21" actId="47"/>
      <pc:docMkLst>
        <pc:docMk/>
      </pc:docMkLst>
      <pc:sldChg chg="delSp mod">
        <pc:chgData name="Nathali Silva" userId="4fc65303-b6c8-4204-bf62-05f1264bddba" providerId="ADAL" clId="{55119160-04D9-4D5A-A062-07962123E03E}" dt="2024-10-21T09:32:20.231" v="0" actId="478"/>
        <pc:sldMkLst>
          <pc:docMk/>
          <pc:sldMk cId="3497152198" sldId="261"/>
        </pc:sldMkLst>
        <pc:inkChg chg="del">
          <ac:chgData name="Nathali Silva" userId="4fc65303-b6c8-4204-bf62-05f1264bddba" providerId="ADAL" clId="{55119160-04D9-4D5A-A062-07962123E03E}" dt="2024-10-21T09:32:20.231" v="0" actId="478"/>
          <ac:inkMkLst>
            <pc:docMk/>
            <pc:sldMk cId="3497152198" sldId="261"/>
            <ac:inkMk id="3" creationId="{2C441C3E-81A7-2BD1-0C02-C33D004FECDD}"/>
          </ac:inkMkLst>
        </pc:inkChg>
      </pc:sldChg>
      <pc:sldChg chg="delSp mod">
        <pc:chgData name="Nathali Silva" userId="4fc65303-b6c8-4204-bf62-05f1264bddba" providerId="ADAL" clId="{55119160-04D9-4D5A-A062-07962123E03E}" dt="2024-10-21T09:32:22.710" v="1" actId="478"/>
        <pc:sldMkLst>
          <pc:docMk/>
          <pc:sldMk cId="2628308136" sldId="262"/>
        </pc:sldMkLst>
        <pc:inkChg chg="del">
          <ac:chgData name="Nathali Silva" userId="4fc65303-b6c8-4204-bf62-05f1264bddba" providerId="ADAL" clId="{55119160-04D9-4D5A-A062-07962123E03E}" dt="2024-10-21T09:32:22.710" v="1" actId="478"/>
          <ac:inkMkLst>
            <pc:docMk/>
            <pc:sldMk cId="2628308136" sldId="262"/>
            <ac:inkMk id="3" creationId="{DBAE3016-265C-2D15-11EA-C701CE9C737E}"/>
          </ac:inkMkLst>
        </pc:inkChg>
      </pc:sldChg>
      <pc:sldChg chg="delSp mod">
        <pc:chgData name="Nathali Silva" userId="4fc65303-b6c8-4204-bf62-05f1264bddba" providerId="ADAL" clId="{55119160-04D9-4D5A-A062-07962123E03E}" dt="2024-10-21T09:32:25.822" v="2" actId="478"/>
        <pc:sldMkLst>
          <pc:docMk/>
          <pc:sldMk cId="1423886516" sldId="263"/>
        </pc:sldMkLst>
        <pc:inkChg chg="del">
          <ac:chgData name="Nathali Silva" userId="4fc65303-b6c8-4204-bf62-05f1264bddba" providerId="ADAL" clId="{55119160-04D9-4D5A-A062-07962123E03E}" dt="2024-10-21T09:32:25.822" v="2" actId="478"/>
          <ac:inkMkLst>
            <pc:docMk/>
            <pc:sldMk cId="1423886516" sldId="263"/>
            <ac:inkMk id="3" creationId="{8255DBFB-5DDA-95B7-EAAC-724277F29884}"/>
          </ac:inkMkLst>
        </pc:inkChg>
      </pc:sldChg>
      <pc:sldChg chg="delSp mod">
        <pc:chgData name="Nathali Silva" userId="4fc65303-b6c8-4204-bf62-05f1264bddba" providerId="ADAL" clId="{55119160-04D9-4D5A-A062-07962123E03E}" dt="2024-10-21T09:32:27.985" v="3" actId="478"/>
        <pc:sldMkLst>
          <pc:docMk/>
          <pc:sldMk cId="3312980730" sldId="264"/>
        </pc:sldMkLst>
        <pc:inkChg chg="del">
          <ac:chgData name="Nathali Silva" userId="4fc65303-b6c8-4204-bf62-05f1264bddba" providerId="ADAL" clId="{55119160-04D9-4D5A-A062-07962123E03E}" dt="2024-10-21T09:32:27.985" v="3" actId="478"/>
          <ac:inkMkLst>
            <pc:docMk/>
            <pc:sldMk cId="3312980730" sldId="264"/>
            <ac:inkMk id="2" creationId="{DF857909-E907-86FF-4263-1EC3BAE8F1BA}"/>
          </ac:inkMkLst>
        </pc:inkChg>
      </pc:sldChg>
      <pc:sldChg chg="delSp mod">
        <pc:chgData name="Nathali Silva" userId="4fc65303-b6c8-4204-bf62-05f1264bddba" providerId="ADAL" clId="{55119160-04D9-4D5A-A062-07962123E03E}" dt="2024-10-21T09:32:31.844" v="4" actId="478"/>
        <pc:sldMkLst>
          <pc:docMk/>
          <pc:sldMk cId="2276738481" sldId="266"/>
        </pc:sldMkLst>
        <pc:inkChg chg="del">
          <ac:chgData name="Nathali Silva" userId="4fc65303-b6c8-4204-bf62-05f1264bddba" providerId="ADAL" clId="{55119160-04D9-4D5A-A062-07962123E03E}" dt="2024-10-21T09:32:31.844" v="4" actId="478"/>
          <ac:inkMkLst>
            <pc:docMk/>
            <pc:sldMk cId="2276738481" sldId="266"/>
            <ac:inkMk id="3" creationId="{3EC9860D-8E8D-E6AF-C957-948DFEEDA593}"/>
          </ac:inkMkLst>
        </pc:inkChg>
      </pc:sldChg>
      <pc:sldChg chg="delSp mod">
        <pc:chgData name="Nathali Silva" userId="4fc65303-b6c8-4204-bf62-05f1264bddba" providerId="ADAL" clId="{55119160-04D9-4D5A-A062-07962123E03E}" dt="2024-10-21T09:32:36.120" v="6" actId="478"/>
        <pc:sldMkLst>
          <pc:docMk/>
          <pc:sldMk cId="2525176690" sldId="268"/>
        </pc:sldMkLst>
        <pc:inkChg chg="del">
          <ac:chgData name="Nathali Silva" userId="4fc65303-b6c8-4204-bf62-05f1264bddba" providerId="ADAL" clId="{55119160-04D9-4D5A-A062-07962123E03E}" dt="2024-10-21T09:32:36.120" v="6" actId="478"/>
          <ac:inkMkLst>
            <pc:docMk/>
            <pc:sldMk cId="2525176690" sldId="268"/>
            <ac:inkMk id="2" creationId="{2F207C7B-AB2B-7DE4-1543-2E208D652F1D}"/>
          </ac:inkMkLst>
        </pc:inkChg>
      </pc:sldChg>
      <pc:sldChg chg="delSp mod">
        <pc:chgData name="Nathali Silva" userId="4fc65303-b6c8-4204-bf62-05f1264bddba" providerId="ADAL" clId="{55119160-04D9-4D5A-A062-07962123E03E}" dt="2024-10-21T09:32:38.174" v="7" actId="478"/>
        <pc:sldMkLst>
          <pc:docMk/>
          <pc:sldMk cId="2258516642" sldId="269"/>
        </pc:sldMkLst>
        <pc:inkChg chg="del">
          <ac:chgData name="Nathali Silva" userId="4fc65303-b6c8-4204-bf62-05f1264bddba" providerId="ADAL" clId="{55119160-04D9-4D5A-A062-07962123E03E}" dt="2024-10-21T09:32:38.174" v="7" actId="478"/>
          <ac:inkMkLst>
            <pc:docMk/>
            <pc:sldMk cId="2258516642" sldId="269"/>
            <ac:inkMk id="2" creationId="{D7D58018-BB69-EB6A-2822-29340C4BFE9D}"/>
          </ac:inkMkLst>
        </pc:inkChg>
      </pc:sldChg>
      <pc:sldChg chg="delSp mod">
        <pc:chgData name="Nathali Silva" userId="4fc65303-b6c8-4204-bf62-05f1264bddba" providerId="ADAL" clId="{55119160-04D9-4D5A-A062-07962123E03E}" dt="2024-10-21T09:32:43.028" v="8" actId="478"/>
        <pc:sldMkLst>
          <pc:docMk/>
          <pc:sldMk cId="668997879" sldId="271"/>
        </pc:sldMkLst>
        <pc:inkChg chg="del">
          <ac:chgData name="Nathali Silva" userId="4fc65303-b6c8-4204-bf62-05f1264bddba" providerId="ADAL" clId="{55119160-04D9-4D5A-A062-07962123E03E}" dt="2024-10-21T09:32:43.028" v="8" actId="478"/>
          <ac:inkMkLst>
            <pc:docMk/>
            <pc:sldMk cId="668997879" sldId="271"/>
            <ac:inkMk id="2" creationId="{969A588B-D3B9-E2E3-AEC2-F642F8BC768A}"/>
          </ac:inkMkLst>
        </pc:inkChg>
      </pc:sldChg>
      <pc:sldChg chg="delSp mod">
        <pc:chgData name="Nathali Silva" userId="4fc65303-b6c8-4204-bf62-05f1264bddba" providerId="ADAL" clId="{55119160-04D9-4D5A-A062-07962123E03E}" dt="2024-10-21T09:32:45.480" v="9" actId="478"/>
        <pc:sldMkLst>
          <pc:docMk/>
          <pc:sldMk cId="2938348767" sldId="272"/>
        </pc:sldMkLst>
        <pc:inkChg chg="del">
          <ac:chgData name="Nathali Silva" userId="4fc65303-b6c8-4204-bf62-05f1264bddba" providerId="ADAL" clId="{55119160-04D9-4D5A-A062-07962123E03E}" dt="2024-10-21T09:32:45.480" v="9" actId="478"/>
          <ac:inkMkLst>
            <pc:docMk/>
            <pc:sldMk cId="2938348767" sldId="272"/>
            <ac:inkMk id="2" creationId="{24FB4DD3-BE3A-1FF8-26AA-563238925C2B}"/>
          </ac:inkMkLst>
        </pc:inkChg>
      </pc:sldChg>
      <pc:sldChg chg="delSp mod">
        <pc:chgData name="Nathali Silva" userId="4fc65303-b6c8-4204-bf62-05f1264bddba" providerId="ADAL" clId="{55119160-04D9-4D5A-A062-07962123E03E}" dt="2024-10-21T09:33:03.382" v="12" actId="478"/>
        <pc:sldMkLst>
          <pc:docMk/>
          <pc:sldMk cId="2703396221" sldId="273"/>
        </pc:sldMkLst>
        <pc:inkChg chg="del">
          <ac:chgData name="Nathali Silva" userId="4fc65303-b6c8-4204-bf62-05f1264bddba" providerId="ADAL" clId="{55119160-04D9-4D5A-A062-07962123E03E}" dt="2024-10-21T09:33:03.382" v="12" actId="478"/>
          <ac:inkMkLst>
            <pc:docMk/>
            <pc:sldMk cId="2703396221" sldId="273"/>
            <ac:inkMk id="2" creationId="{D36C7BA4-6EF7-36ED-115D-D3090489BF3F}"/>
          </ac:inkMkLst>
        </pc:inkChg>
      </pc:sldChg>
      <pc:sldChg chg="delSp mod">
        <pc:chgData name="Nathali Silva" userId="4fc65303-b6c8-4204-bf62-05f1264bddba" providerId="ADAL" clId="{55119160-04D9-4D5A-A062-07962123E03E}" dt="2024-10-21T09:33:07.553" v="13" actId="478"/>
        <pc:sldMkLst>
          <pc:docMk/>
          <pc:sldMk cId="615131006" sldId="274"/>
        </pc:sldMkLst>
        <pc:inkChg chg="del">
          <ac:chgData name="Nathali Silva" userId="4fc65303-b6c8-4204-bf62-05f1264bddba" providerId="ADAL" clId="{55119160-04D9-4D5A-A062-07962123E03E}" dt="2024-10-21T09:33:07.553" v="13" actId="478"/>
          <ac:inkMkLst>
            <pc:docMk/>
            <pc:sldMk cId="615131006" sldId="274"/>
            <ac:inkMk id="9" creationId="{21238213-3DF1-1140-63DB-FB90C6CD2D76}"/>
          </ac:inkMkLst>
        </pc:inkChg>
      </pc:sldChg>
      <pc:sldChg chg="delSp mod">
        <pc:chgData name="Nathali Silva" userId="4fc65303-b6c8-4204-bf62-05f1264bddba" providerId="ADAL" clId="{55119160-04D9-4D5A-A062-07962123E03E}" dt="2024-10-21T09:33:23.736" v="18" actId="478"/>
        <pc:sldMkLst>
          <pc:docMk/>
          <pc:sldMk cId="1394936261" sldId="275"/>
        </pc:sldMkLst>
        <pc:inkChg chg="del">
          <ac:chgData name="Nathali Silva" userId="4fc65303-b6c8-4204-bf62-05f1264bddba" providerId="ADAL" clId="{55119160-04D9-4D5A-A062-07962123E03E}" dt="2024-10-21T09:33:23.736" v="18" actId="478"/>
          <ac:inkMkLst>
            <pc:docMk/>
            <pc:sldMk cId="1394936261" sldId="275"/>
            <ac:inkMk id="2" creationId="{CCD9E1E3-E4F2-1BC9-B386-105827B4DA76}"/>
          </ac:inkMkLst>
        </pc:inkChg>
      </pc:sldChg>
      <pc:sldChg chg="delSp mod">
        <pc:chgData name="Nathali Silva" userId="4fc65303-b6c8-4204-bf62-05f1264bddba" providerId="ADAL" clId="{55119160-04D9-4D5A-A062-07962123E03E}" dt="2024-10-21T09:33:14.028" v="15" actId="478"/>
        <pc:sldMkLst>
          <pc:docMk/>
          <pc:sldMk cId="4240008643" sldId="305"/>
        </pc:sldMkLst>
        <pc:inkChg chg="del">
          <ac:chgData name="Nathali Silva" userId="4fc65303-b6c8-4204-bf62-05f1264bddba" providerId="ADAL" clId="{55119160-04D9-4D5A-A062-07962123E03E}" dt="2024-10-21T09:33:14.028" v="15" actId="478"/>
          <ac:inkMkLst>
            <pc:docMk/>
            <pc:sldMk cId="4240008643" sldId="305"/>
            <ac:inkMk id="6" creationId="{9691A738-3939-1F11-8570-91E7BFD58483}"/>
          </ac:inkMkLst>
        </pc:inkChg>
      </pc:sldChg>
      <pc:sldChg chg="delSp mod">
        <pc:chgData name="Nathali Silva" userId="4fc65303-b6c8-4204-bf62-05f1264bddba" providerId="ADAL" clId="{55119160-04D9-4D5A-A062-07962123E03E}" dt="2024-10-21T09:32:34.205" v="5" actId="478"/>
        <pc:sldMkLst>
          <pc:docMk/>
          <pc:sldMk cId="2278678242" sldId="308"/>
        </pc:sldMkLst>
        <pc:inkChg chg="del">
          <ac:chgData name="Nathali Silva" userId="4fc65303-b6c8-4204-bf62-05f1264bddba" providerId="ADAL" clId="{55119160-04D9-4D5A-A062-07962123E03E}" dt="2024-10-21T09:32:34.205" v="5" actId="478"/>
          <ac:inkMkLst>
            <pc:docMk/>
            <pc:sldMk cId="2278678242" sldId="308"/>
            <ac:inkMk id="3" creationId="{D23B69CE-0C61-4470-DCF9-ECDED238DE22}"/>
          </ac:inkMkLst>
        </pc:inkChg>
      </pc:sldChg>
      <pc:sldChg chg="delSp mod">
        <pc:chgData name="Nathali Silva" userId="4fc65303-b6c8-4204-bf62-05f1264bddba" providerId="ADAL" clId="{55119160-04D9-4D5A-A062-07962123E03E}" dt="2024-10-21T09:33:20.470" v="17" actId="478"/>
        <pc:sldMkLst>
          <pc:docMk/>
          <pc:sldMk cId="1812542066" sldId="309"/>
        </pc:sldMkLst>
        <pc:inkChg chg="del">
          <ac:chgData name="Nathali Silva" userId="4fc65303-b6c8-4204-bf62-05f1264bddba" providerId="ADAL" clId="{55119160-04D9-4D5A-A062-07962123E03E}" dt="2024-10-21T09:33:20.470" v="17" actId="478"/>
          <ac:inkMkLst>
            <pc:docMk/>
            <pc:sldMk cId="1812542066" sldId="309"/>
            <ac:inkMk id="6" creationId="{175D2E00-1E5D-493E-6EA6-E51125A49AB8}"/>
          </ac:inkMkLst>
        </pc:inkChg>
      </pc:sldChg>
      <pc:sldChg chg="delSp mod">
        <pc:chgData name="Nathali Silva" userId="4fc65303-b6c8-4204-bf62-05f1264bddba" providerId="ADAL" clId="{55119160-04D9-4D5A-A062-07962123E03E}" dt="2024-10-21T09:33:17.114" v="16" actId="478"/>
        <pc:sldMkLst>
          <pc:docMk/>
          <pc:sldMk cId="2021886241" sldId="310"/>
        </pc:sldMkLst>
        <pc:inkChg chg="del">
          <ac:chgData name="Nathali Silva" userId="4fc65303-b6c8-4204-bf62-05f1264bddba" providerId="ADAL" clId="{55119160-04D9-4D5A-A062-07962123E03E}" dt="2024-10-21T09:33:17.114" v="16" actId="478"/>
          <ac:inkMkLst>
            <pc:docMk/>
            <pc:sldMk cId="2021886241" sldId="310"/>
            <ac:inkMk id="6" creationId="{1899F176-290E-0B67-5C0C-6864EF213F52}"/>
          </ac:inkMkLst>
        </pc:inkChg>
      </pc:sldChg>
      <pc:sldChg chg="del">
        <pc:chgData name="Nathali Silva" userId="4fc65303-b6c8-4204-bf62-05f1264bddba" providerId="ADAL" clId="{55119160-04D9-4D5A-A062-07962123E03E}" dt="2024-10-21T09:33:11.332" v="14" actId="47"/>
        <pc:sldMkLst>
          <pc:docMk/>
          <pc:sldMk cId="3192884584" sldId="312"/>
        </pc:sldMkLst>
      </pc:sldChg>
      <pc:sldChg chg="del">
        <pc:chgData name="Nathali Silva" userId="4fc65303-b6c8-4204-bf62-05f1264bddba" providerId="ADAL" clId="{55119160-04D9-4D5A-A062-07962123E03E}" dt="2024-10-21T09:33:36.620" v="19" actId="47"/>
        <pc:sldMkLst>
          <pc:docMk/>
          <pc:sldMk cId="1170139548" sldId="314"/>
        </pc:sldMkLst>
      </pc:sldChg>
      <pc:sldChg chg="del">
        <pc:chgData name="Nathali Silva" userId="4fc65303-b6c8-4204-bf62-05f1264bddba" providerId="ADAL" clId="{55119160-04D9-4D5A-A062-07962123E03E}" dt="2024-10-21T09:33:48.601" v="20" actId="47"/>
        <pc:sldMkLst>
          <pc:docMk/>
          <pc:sldMk cId="2539816616" sldId="315"/>
        </pc:sldMkLst>
      </pc:sldChg>
      <pc:sldChg chg="del">
        <pc:chgData name="Nathali Silva" userId="4fc65303-b6c8-4204-bf62-05f1264bddba" providerId="ADAL" clId="{55119160-04D9-4D5A-A062-07962123E03E}" dt="2024-10-21T09:33:50.641" v="21" actId="47"/>
        <pc:sldMkLst>
          <pc:docMk/>
          <pc:sldMk cId="3215605990" sldId="316"/>
        </pc:sldMkLst>
      </pc:sldChg>
      <pc:sldChg chg="delSp del mod">
        <pc:chgData name="Nathali Silva" userId="4fc65303-b6c8-4204-bf62-05f1264bddba" providerId="ADAL" clId="{55119160-04D9-4D5A-A062-07962123E03E}" dt="2024-10-21T09:32:55.045" v="11" actId="47"/>
        <pc:sldMkLst>
          <pc:docMk/>
          <pc:sldMk cId="90482937" sldId="317"/>
        </pc:sldMkLst>
        <pc:inkChg chg="del">
          <ac:chgData name="Nathali Silva" userId="4fc65303-b6c8-4204-bf62-05f1264bddba" providerId="ADAL" clId="{55119160-04D9-4D5A-A062-07962123E03E}" dt="2024-10-21T09:32:49.760" v="10" actId="478"/>
          <ac:inkMkLst>
            <pc:docMk/>
            <pc:sldMk cId="90482937" sldId="317"/>
            <ac:inkMk id="5" creationId="{6F4A7DA2-3530-3FE3-8E45-393ECF0FC78D}"/>
          </ac:inkMkLst>
        </pc:inkChg>
      </pc:sldChg>
    </pc:docChg>
  </pc:docChgLst>
  <pc:docChgLst>
    <pc:chgData name="Nathali Silva" userId="4fc65303-b6c8-4204-bf62-05f1264bddba" providerId="ADAL" clId="{20F0B3B5-1475-4018-B685-360F462A545E}"/>
    <pc:docChg chg="addSld modSld">
      <pc:chgData name="Nathali Silva" userId="4fc65303-b6c8-4204-bf62-05f1264bddba" providerId="ADAL" clId="{20F0B3B5-1475-4018-B685-360F462A545E}" dt="2024-03-22T05:52:01.312" v="4" actId="680"/>
      <pc:docMkLst>
        <pc:docMk/>
      </pc:docMkLst>
      <pc:sldChg chg="addSp">
        <pc:chgData name="Nathali Silva" userId="4fc65303-b6c8-4204-bf62-05f1264bddba" providerId="ADAL" clId="{20F0B3B5-1475-4018-B685-360F462A545E}" dt="2024-03-15T05:41:19.036" v="0"/>
        <pc:sldMkLst>
          <pc:docMk/>
          <pc:sldMk cId="3497152198" sldId="261"/>
        </pc:sldMkLst>
        <pc:inkChg chg="add">
          <ac:chgData name="Nathali Silva" userId="4fc65303-b6c8-4204-bf62-05f1264bddba" providerId="ADAL" clId="{20F0B3B5-1475-4018-B685-360F462A545E}" dt="2024-03-15T05:41:19.036" v="0"/>
          <ac:inkMkLst>
            <pc:docMk/>
            <pc:sldMk cId="3497152198" sldId="261"/>
            <ac:inkMk id="2" creationId="{3A2ED164-A4FB-2D5D-15DA-6DF232BB9ED4}"/>
          </ac:inkMkLst>
        </pc:inkChg>
      </pc:sldChg>
      <pc:sldChg chg="addSp">
        <pc:chgData name="Nathali Silva" userId="4fc65303-b6c8-4204-bf62-05f1264bddba" providerId="ADAL" clId="{20F0B3B5-1475-4018-B685-360F462A545E}" dt="2024-03-15T05:41:19.036" v="0"/>
        <pc:sldMkLst>
          <pc:docMk/>
          <pc:sldMk cId="2628308136" sldId="262"/>
        </pc:sldMkLst>
        <pc:inkChg chg="add">
          <ac:chgData name="Nathali Silva" userId="4fc65303-b6c8-4204-bf62-05f1264bddba" providerId="ADAL" clId="{20F0B3B5-1475-4018-B685-360F462A545E}" dt="2024-03-15T05:41:19.036" v="0"/>
          <ac:inkMkLst>
            <pc:docMk/>
            <pc:sldMk cId="2628308136" sldId="262"/>
            <ac:inkMk id="2" creationId="{963724B1-6A04-C0F5-E16D-3B09A86751AA}"/>
          </ac:inkMkLst>
        </pc:inkChg>
      </pc:sldChg>
      <pc:sldChg chg="addSp">
        <pc:chgData name="Nathali Silva" userId="4fc65303-b6c8-4204-bf62-05f1264bddba" providerId="ADAL" clId="{20F0B3B5-1475-4018-B685-360F462A545E}" dt="2024-03-15T05:41:19.036" v="0"/>
        <pc:sldMkLst>
          <pc:docMk/>
          <pc:sldMk cId="1423886516" sldId="263"/>
        </pc:sldMkLst>
        <pc:inkChg chg="add">
          <ac:chgData name="Nathali Silva" userId="4fc65303-b6c8-4204-bf62-05f1264bddba" providerId="ADAL" clId="{20F0B3B5-1475-4018-B685-360F462A545E}" dt="2024-03-15T05:41:19.036" v="0"/>
          <ac:inkMkLst>
            <pc:docMk/>
            <pc:sldMk cId="1423886516" sldId="263"/>
            <ac:inkMk id="2" creationId="{49C60C5F-FA34-0078-2339-D7DC9F673DBA}"/>
          </ac:inkMkLst>
        </pc:inkChg>
      </pc:sldChg>
      <pc:sldChg chg="addSp">
        <pc:chgData name="Nathali Silva" userId="4fc65303-b6c8-4204-bf62-05f1264bddba" providerId="ADAL" clId="{20F0B3B5-1475-4018-B685-360F462A545E}" dt="2024-03-15T05:41:19.036" v="0"/>
        <pc:sldMkLst>
          <pc:docMk/>
          <pc:sldMk cId="2276738481" sldId="266"/>
        </pc:sldMkLst>
        <pc:inkChg chg="add">
          <ac:chgData name="Nathali Silva" userId="4fc65303-b6c8-4204-bf62-05f1264bddba" providerId="ADAL" clId="{20F0B3B5-1475-4018-B685-360F462A545E}" dt="2024-03-15T05:41:19.036" v="0"/>
          <ac:inkMkLst>
            <pc:docMk/>
            <pc:sldMk cId="2276738481" sldId="266"/>
            <ac:inkMk id="2" creationId="{2E2FAFA8-612C-8808-52E6-9E21D0949E7A}"/>
          </ac:inkMkLst>
        </pc:inkChg>
      </pc:sldChg>
      <pc:sldChg chg="addSp">
        <pc:chgData name="Nathali Silva" userId="4fc65303-b6c8-4204-bf62-05f1264bddba" providerId="ADAL" clId="{20F0B3B5-1475-4018-B685-360F462A545E}" dt="2024-03-22T05:51:29.042" v="1"/>
        <pc:sldMkLst>
          <pc:docMk/>
          <pc:sldMk cId="2927605046" sldId="277"/>
        </pc:sldMkLst>
        <pc:inkChg chg="add">
          <ac:chgData name="Nathali Silva" userId="4fc65303-b6c8-4204-bf62-05f1264bddba" providerId="ADAL" clId="{20F0B3B5-1475-4018-B685-360F462A545E}" dt="2024-03-22T05:51:29.042" v="1"/>
          <ac:inkMkLst>
            <pc:docMk/>
            <pc:sldMk cId="2927605046" sldId="277"/>
            <ac:inkMk id="2" creationId="{F15A7BDA-4161-0F38-A7B7-123C0F22515D}"/>
          </ac:inkMkLst>
        </pc:inkChg>
      </pc:sldChg>
      <pc:sldChg chg="addSp">
        <pc:chgData name="Nathali Silva" userId="4fc65303-b6c8-4204-bf62-05f1264bddba" providerId="ADAL" clId="{20F0B3B5-1475-4018-B685-360F462A545E}" dt="2024-03-22T05:51:29.042" v="1"/>
        <pc:sldMkLst>
          <pc:docMk/>
          <pc:sldMk cId="1862294384" sldId="281"/>
        </pc:sldMkLst>
        <pc:inkChg chg="add">
          <ac:chgData name="Nathali Silva" userId="4fc65303-b6c8-4204-bf62-05f1264bddba" providerId="ADAL" clId="{20F0B3B5-1475-4018-B685-360F462A545E}" dt="2024-03-22T05:51:29.042" v="1"/>
          <ac:inkMkLst>
            <pc:docMk/>
            <pc:sldMk cId="1862294384" sldId="281"/>
            <ac:inkMk id="3" creationId="{6889FFDA-A989-CB41-361B-F0975D8DA666}"/>
          </ac:inkMkLst>
        </pc:inkChg>
      </pc:sldChg>
      <pc:sldChg chg="addSp">
        <pc:chgData name="Nathali Silva" userId="4fc65303-b6c8-4204-bf62-05f1264bddba" providerId="ADAL" clId="{20F0B3B5-1475-4018-B685-360F462A545E}" dt="2024-03-22T05:51:29.042" v="1"/>
        <pc:sldMkLst>
          <pc:docMk/>
          <pc:sldMk cId="1586929303" sldId="282"/>
        </pc:sldMkLst>
        <pc:inkChg chg="add">
          <ac:chgData name="Nathali Silva" userId="4fc65303-b6c8-4204-bf62-05f1264bddba" providerId="ADAL" clId="{20F0B3B5-1475-4018-B685-360F462A545E}" dt="2024-03-22T05:51:29.042" v="1"/>
          <ac:inkMkLst>
            <pc:docMk/>
            <pc:sldMk cId="1586929303" sldId="282"/>
            <ac:inkMk id="2" creationId="{A827689E-3BEC-20B8-0262-BB1D0F1772AD}"/>
          </ac:inkMkLst>
        </pc:inkChg>
      </pc:sldChg>
      <pc:sldChg chg="addSp">
        <pc:chgData name="Nathali Silva" userId="4fc65303-b6c8-4204-bf62-05f1264bddba" providerId="ADAL" clId="{20F0B3B5-1475-4018-B685-360F462A545E}" dt="2024-03-22T05:51:29.042" v="1"/>
        <pc:sldMkLst>
          <pc:docMk/>
          <pc:sldMk cId="101257135" sldId="284"/>
        </pc:sldMkLst>
        <pc:inkChg chg="add">
          <ac:chgData name="Nathali Silva" userId="4fc65303-b6c8-4204-bf62-05f1264bddba" providerId="ADAL" clId="{20F0B3B5-1475-4018-B685-360F462A545E}" dt="2024-03-22T05:51:29.042" v="1"/>
          <ac:inkMkLst>
            <pc:docMk/>
            <pc:sldMk cId="101257135" sldId="284"/>
            <ac:inkMk id="2" creationId="{38115D78-9F3F-01C6-C998-C26BE2C7DE86}"/>
          </ac:inkMkLst>
        </pc:inkChg>
      </pc:sldChg>
      <pc:sldChg chg="addSp">
        <pc:chgData name="Nathali Silva" userId="4fc65303-b6c8-4204-bf62-05f1264bddba" providerId="ADAL" clId="{20F0B3B5-1475-4018-B685-360F462A545E}" dt="2024-03-22T05:51:29.042" v="1"/>
        <pc:sldMkLst>
          <pc:docMk/>
          <pc:sldMk cId="2752234507" sldId="285"/>
        </pc:sldMkLst>
        <pc:inkChg chg="add">
          <ac:chgData name="Nathali Silva" userId="4fc65303-b6c8-4204-bf62-05f1264bddba" providerId="ADAL" clId="{20F0B3B5-1475-4018-B685-360F462A545E}" dt="2024-03-22T05:51:29.042" v="1"/>
          <ac:inkMkLst>
            <pc:docMk/>
            <pc:sldMk cId="2752234507" sldId="285"/>
            <ac:inkMk id="2" creationId="{73171DEA-11BC-9948-CB2F-13CDD0E7A59A}"/>
          </ac:inkMkLst>
        </pc:inkChg>
      </pc:sldChg>
      <pc:sldChg chg="addSp">
        <pc:chgData name="Nathali Silva" userId="4fc65303-b6c8-4204-bf62-05f1264bddba" providerId="ADAL" clId="{20F0B3B5-1475-4018-B685-360F462A545E}" dt="2024-03-22T05:51:29.042" v="1"/>
        <pc:sldMkLst>
          <pc:docMk/>
          <pc:sldMk cId="1386089636" sldId="286"/>
        </pc:sldMkLst>
        <pc:inkChg chg="add">
          <ac:chgData name="Nathali Silva" userId="4fc65303-b6c8-4204-bf62-05f1264bddba" providerId="ADAL" clId="{20F0B3B5-1475-4018-B685-360F462A545E}" dt="2024-03-22T05:51:29.042" v="1"/>
          <ac:inkMkLst>
            <pc:docMk/>
            <pc:sldMk cId="1386089636" sldId="286"/>
            <ac:inkMk id="2" creationId="{BC499DDB-90F2-E27D-308C-4F9628E84460}"/>
          </ac:inkMkLst>
        </pc:inkChg>
      </pc:sldChg>
      <pc:sldChg chg="addSp">
        <pc:chgData name="Nathali Silva" userId="4fc65303-b6c8-4204-bf62-05f1264bddba" providerId="ADAL" clId="{20F0B3B5-1475-4018-B685-360F462A545E}" dt="2024-03-15T05:41:19.036" v="0"/>
        <pc:sldMkLst>
          <pc:docMk/>
          <pc:sldMk cId="2278678242" sldId="308"/>
        </pc:sldMkLst>
        <pc:inkChg chg="add">
          <ac:chgData name="Nathali Silva" userId="4fc65303-b6c8-4204-bf62-05f1264bddba" providerId="ADAL" clId="{20F0B3B5-1475-4018-B685-360F462A545E}" dt="2024-03-15T05:41:19.036" v="0"/>
          <ac:inkMkLst>
            <pc:docMk/>
            <pc:sldMk cId="2278678242" sldId="308"/>
            <ac:inkMk id="2" creationId="{E4FCCEA1-E8F7-6471-E52E-DAEB645A78C6}"/>
          </ac:inkMkLst>
        </pc:inkChg>
      </pc:sldChg>
      <pc:sldChg chg="new">
        <pc:chgData name="Nathali Silva" userId="4fc65303-b6c8-4204-bf62-05f1264bddba" providerId="ADAL" clId="{20F0B3B5-1475-4018-B685-360F462A545E}" dt="2024-03-22T05:51:42.259" v="2" actId="680"/>
        <pc:sldMkLst>
          <pc:docMk/>
          <pc:sldMk cId="1170139548" sldId="314"/>
        </pc:sldMkLst>
      </pc:sldChg>
      <pc:sldChg chg="new">
        <pc:chgData name="Nathali Silva" userId="4fc65303-b6c8-4204-bf62-05f1264bddba" providerId="ADAL" clId="{20F0B3B5-1475-4018-B685-360F462A545E}" dt="2024-03-22T05:51:57.204" v="3" actId="680"/>
        <pc:sldMkLst>
          <pc:docMk/>
          <pc:sldMk cId="2539816616" sldId="315"/>
        </pc:sldMkLst>
      </pc:sldChg>
      <pc:sldChg chg="new">
        <pc:chgData name="Nathali Silva" userId="4fc65303-b6c8-4204-bf62-05f1264bddba" providerId="ADAL" clId="{20F0B3B5-1475-4018-B685-360F462A545E}" dt="2024-03-22T05:52:01.312" v="4" actId="680"/>
        <pc:sldMkLst>
          <pc:docMk/>
          <pc:sldMk cId="3215605990" sldId="3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2001" cy="462721"/>
          </a:xfrm>
          <a:prstGeom prst="rect">
            <a:avLst/>
          </a:prstGeom>
        </p:spPr>
        <p:txBody>
          <a:bodyPr vert="horz" lIns="87490" tIns="43745" rIns="87490" bIns="4374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566" y="0"/>
            <a:ext cx="3012001" cy="462721"/>
          </a:xfrm>
          <a:prstGeom prst="rect">
            <a:avLst/>
          </a:prstGeom>
        </p:spPr>
        <p:txBody>
          <a:bodyPr vert="horz" lIns="87490" tIns="43745" rIns="87490" bIns="43745" rtlCol="0"/>
          <a:lstStyle>
            <a:lvl1pPr algn="r">
              <a:defRPr sz="1100"/>
            </a:lvl1pPr>
          </a:lstStyle>
          <a:p>
            <a:fld id="{FF4F248A-B98E-4471-A19E-2542954FAA0F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355"/>
            <a:ext cx="3012001" cy="462720"/>
          </a:xfrm>
          <a:prstGeom prst="rect">
            <a:avLst/>
          </a:prstGeom>
        </p:spPr>
        <p:txBody>
          <a:bodyPr vert="horz" lIns="87490" tIns="43745" rIns="87490" bIns="4374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566" y="8773355"/>
            <a:ext cx="3012001" cy="462720"/>
          </a:xfrm>
          <a:prstGeom prst="rect">
            <a:avLst/>
          </a:prstGeom>
        </p:spPr>
        <p:txBody>
          <a:bodyPr vert="horz" lIns="87490" tIns="43745" rIns="87490" bIns="43745" rtlCol="0" anchor="b"/>
          <a:lstStyle>
            <a:lvl1pPr algn="r">
              <a:defRPr sz="1100"/>
            </a:lvl1pPr>
          </a:lstStyle>
          <a:p>
            <a:fld id="{19147F63-B746-4A29-95AF-85607B35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33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5" tIns="46243" rIns="92485" bIns="4624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7" y="0"/>
            <a:ext cx="3011699" cy="461804"/>
          </a:xfrm>
          <a:prstGeom prst="rect">
            <a:avLst/>
          </a:prstGeom>
        </p:spPr>
        <p:txBody>
          <a:bodyPr vert="horz" lIns="92485" tIns="46243" rIns="92485" bIns="46243" rtlCol="0"/>
          <a:lstStyle>
            <a:lvl1pPr algn="r">
              <a:defRPr sz="1200"/>
            </a:lvl1pPr>
          </a:lstStyle>
          <a:p>
            <a:fld id="{725425D0-3ECE-420E-9130-D13D915528F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3738"/>
            <a:ext cx="6153150" cy="3462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5" tIns="46243" rIns="92485" bIns="4624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5" tIns="46243" rIns="92485" bIns="4624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85" tIns="46243" rIns="92485" bIns="4624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7" y="8772668"/>
            <a:ext cx="3011699" cy="461804"/>
          </a:xfrm>
          <a:prstGeom prst="rect">
            <a:avLst/>
          </a:prstGeom>
        </p:spPr>
        <p:txBody>
          <a:bodyPr vert="horz" lIns="92485" tIns="46243" rIns="92485" bIns="46243" rtlCol="0" anchor="b"/>
          <a:lstStyle>
            <a:lvl1pPr algn="r">
              <a:defRPr sz="1200"/>
            </a:lvl1pPr>
          </a:lstStyle>
          <a:p>
            <a:fld id="{CD2F2318-E25A-4C0A-9D76-B30B703A94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DAA 214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Sri Lanka Institute of Information Technology.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FF83F-D09B-46B4-8127-9A5F88BCED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55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0453666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71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83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83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58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59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36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55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654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32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484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DAA 214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Sri Lanka Institute of Information Technology.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FF83F-D09B-46B4-8127-9A5F88BCED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6347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2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10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sz="2700" dirty="0"/>
              <a:t>Lecture N</a:t>
            </a:r>
          </a:p>
          <a:p>
            <a:pPr lvl="0"/>
            <a:r>
              <a:rPr lang="en-GB" sz="2700" dirty="0"/>
              <a:t>Topic</a:t>
            </a:r>
          </a:p>
          <a:p>
            <a:pPr lvl="0"/>
            <a:r>
              <a:rPr lang="en-GB" sz="27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689557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707856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69953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201907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3398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80233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529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66908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303070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58190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969452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8952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C24D18CF-89A3-BF48-A490-7D1906AD74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794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072717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96555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520226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600291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384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42174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89438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530222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964543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887896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858149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787475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070864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69212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836905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88416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926636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00369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01594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425742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973664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E6D7474-90FC-2843-A6C6-7EC64A4399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573896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9612720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557890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42586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688125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3931240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94733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93337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445938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065364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65640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</a:t>
            </a:r>
            <a:r>
              <a:rPr lang="en-US" sz="1600" b="1" baseline="0" dirty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56384-A506-C646-ACE4-0A747B69E112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138D8-17A4-5542-BC90-8E3E8BB82911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</a:t>
            </a:r>
            <a:r>
              <a:rPr lang="en-US" sz="1600" b="1" baseline="0" dirty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62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73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5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DBD57C8-B4C6-3C42-B6F4-C955BD6C8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93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5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DF5791D-2785-FF4E-BB9F-BA95F7A785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1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</a:t>
            </a:fld>
            <a:endParaRPr lang="en-US"/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569259" y="609600"/>
            <a:ext cx="11053482" cy="815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latin typeface="Garamond" panose="02020404030301010803" pitchFamily="18" charset="0"/>
              </a:rPr>
              <a:t>IT2070 – Data Structures and Algorithms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840837" y="2831350"/>
            <a:ext cx="7195151" cy="19917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latin typeface="Garamond" panose="02020404030301010803" pitchFamily="18" charset="0"/>
              </a:rPr>
              <a:t>Lecture 06</a:t>
            </a:r>
          </a:p>
          <a:p>
            <a:pPr marL="0" indent="0" algn="ctr">
              <a:buNone/>
            </a:pPr>
            <a:r>
              <a:rPr lang="en-US" sz="3200" b="1" dirty="0">
                <a:latin typeface="Garamond" panose="02020404030301010803" pitchFamily="18" charset="0"/>
              </a:rPr>
              <a:t>Introduction to Algorithms</a:t>
            </a:r>
          </a:p>
          <a:p>
            <a:pPr algn="ctr"/>
            <a:endParaRPr lang="en-US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51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/>
              <a:t>ALGORITHMS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2170112"/>
            <a:ext cx="7772400" cy="4383088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Algorithm is any well defined computational procedure that takes some value or set of values as input and produce some value or set of values as output.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D06B57-C998-412F-8796-E8B0A98CAB3B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876800" y="4191000"/>
            <a:ext cx="2590800" cy="1066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ALGORITHM</a:t>
            </a: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3233738" y="4692650"/>
            <a:ext cx="1676400" cy="0"/>
          </a:xfrm>
          <a:prstGeom prst="line">
            <a:avLst/>
          </a:prstGeom>
          <a:noFill/>
          <a:ln w="412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7477125" y="4751388"/>
            <a:ext cx="1371600" cy="0"/>
          </a:xfrm>
          <a:prstGeom prst="line">
            <a:avLst/>
          </a:prstGeom>
          <a:noFill/>
          <a:ln w="412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2792413" y="5016500"/>
            <a:ext cx="144780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Tahoma" panose="020B0604030504040204" pitchFamily="34" charset="0"/>
              </a:rPr>
              <a:t>INPUT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8305800" y="5060950"/>
            <a:ext cx="144780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Tahoma" panose="020B0604030504040204" pitchFamily="34" charset="0"/>
              </a:rPr>
              <a:t>OUTPUT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1905000" y="3962401"/>
            <a:ext cx="243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3,1,7,2,9,8,5,4,6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7772400" y="3962401"/>
            <a:ext cx="243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1,2,3,4,5,6,7,8,9</a:t>
            </a:r>
          </a:p>
        </p:txBody>
      </p:sp>
    </p:spTree>
    <p:extLst>
      <p:ext uri="{BB962C8B-B14F-4D97-AF65-F5344CB8AC3E}">
        <p14:creationId xmlns:p14="http://schemas.microsoft.com/office/powerpoint/2010/main" val="349715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7" grpId="0" animBg="1" autoUpdateAnimBg="0"/>
      <p:bldP spid="23559" grpId="0" animBg="1"/>
      <p:bldP spid="23560" grpId="0" animBg="1"/>
      <p:bldP spid="23561" grpId="0" animBg="1" autoUpdateAnimBg="0"/>
      <p:bldP spid="23562" grpId="0" animBg="1" autoUpdateAnimBg="0"/>
      <p:bldP spid="23563" grpId="0" autoUpdateAnimBg="0"/>
      <p:bldP spid="2356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/>
              <a:t>ALGORITHM (Contd.)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81200"/>
            <a:ext cx="7735888" cy="18684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1.Get the smallest value from the input.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2.Remove it and output.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3.Repeat above 1,2 for remaining input until there is no item in the input.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58EAEF-5556-40D5-A752-E66181B6F6C9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30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/>
              <a:t>Properties of an Algorithm.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Be correct.</a:t>
            </a:r>
          </a:p>
          <a:p>
            <a:pPr eaLnBrk="1" hangingPunct="1"/>
            <a:r>
              <a:rPr lang="en-US" altLang="en-US" sz="2400" dirty="0"/>
              <a:t>Be unambiguous.</a:t>
            </a:r>
          </a:p>
          <a:p>
            <a:pPr eaLnBrk="1" hangingPunct="1"/>
            <a:r>
              <a:rPr lang="en-US" altLang="en-US" sz="2400" dirty="0"/>
              <a:t>Give the correct solution for all cases.</a:t>
            </a:r>
          </a:p>
          <a:p>
            <a:pPr eaLnBrk="1" hangingPunct="1"/>
            <a:r>
              <a:rPr lang="en-US" altLang="en-US" sz="2400" dirty="0"/>
              <a:t>Be simple.</a:t>
            </a:r>
          </a:p>
          <a:p>
            <a:pPr eaLnBrk="1" hangingPunct="1"/>
            <a:r>
              <a:rPr lang="en-US" altLang="en-US" sz="2400" dirty="0"/>
              <a:t>It must terminate.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dirty="0"/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A3258F-3DE1-4B85-A95D-EBF0CF9DDBF0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16391" name="Picture 1028" descr="402px-Necker_cube_and_impossible_cube_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352800"/>
            <a:ext cx="38290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1029"/>
          <p:cNvSpPr txBox="1">
            <a:spLocks noChangeArrowheads="1"/>
          </p:cNvSpPr>
          <p:nvPr/>
        </p:nvSpPr>
        <p:spPr bwMode="auto">
          <a:xfrm>
            <a:off x="6172200" y="5105401"/>
            <a:ext cx="3352800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900" dirty="0" err="1">
                <a:solidFill>
                  <a:srgbClr val="000000"/>
                </a:solidFill>
                <a:latin typeface="Tahoma" panose="020B0604030504040204" pitchFamily="34" charset="0"/>
              </a:rPr>
              <a:t>Necker_cube_and_impossible_cube</a:t>
            </a:r>
            <a:endParaRPr lang="en-US" altLang="en-US" sz="9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900" dirty="0" err="1">
                <a:solidFill>
                  <a:srgbClr val="000000"/>
                </a:solidFill>
                <a:latin typeface="Tahoma" panose="020B0604030504040204" pitchFamily="34" charset="0"/>
              </a:rPr>
              <a:t>Source:http</a:t>
            </a:r>
            <a:r>
              <a:rPr lang="en-US" altLang="en-US" sz="900" dirty="0">
                <a:solidFill>
                  <a:srgbClr val="000000"/>
                </a:solidFill>
                <a:latin typeface="Tahoma" panose="020B0604030504040204" pitchFamily="34" charset="0"/>
              </a:rPr>
              <a:t>://en.wikipedia.org/wiki/</a:t>
            </a:r>
            <a:r>
              <a:rPr lang="en-US" altLang="en-US" sz="900" dirty="0" err="1">
                <a:solidFill>
                  <a:srgbClr val="000000"/>
                </a:solidFill>
                <a:latin typeface="Tahoma" panose="020B0604030504040204" pitchFamily="34" charset="0"/>
              </a:rPr>
              <a:t>Ambiguity#Mathematical_interpretation_of_ambiguity</a:t>
            </a:r>
            <a:r>
              <a:rPr lang="en-US" altLang="en-US" sz="9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388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Applications of Algorithms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286000" y="1784350"/>
            <a:ext cx="77724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Data retrieval </a:t>
            </a:r>
          </a:p>
          <a:p>
            <a:pPr eaLnBrk="1" hangingPunct="1"/>
            <a:r>
              <a:rPr lang="en-US" altLang="en-US" sz="2400" dirty="0"/>
              <a:t>Network routing </a:t>
            </a:r>
          </a:p>
          <a:p>
            <a:r>
              <a:rPr lang="en-US" altLang="en-US" sz="2400" dirty="0"/>
              <a:t>Sorting</a:t>
            </a:r>
          </a:p>
          <a:p>
            <a:r>
              <a:rPr lang="en-US" altLang="en-US" sz="2400" dirty="0"/>
              <a:t>Searching</a:t>
            </a:r>
          </a:p>
          <a:p>
            <a:r>
              <a:rPr lang="en-US" altLang="en-US" sz="2400" dirty="0"/>
              <a:t>Shortest paths in a graph</a:t>
            </a:r>
          </a:p>
        </p:txBody>
      </p:sp>
      <p:sp>
        <p:nvSpPr>
          <p:cNvPr id="174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4BC836-7AB0-46F8-8EB8-B1090B7D7DDB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80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Pseudocode</a:t>
            </a:r>
            <a:endParaRPr lang="en-US" alt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81200"/>
            <a:ext cx="7772400" cy="179228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Method of writing down a algorithm.</a:t>
            </a:r>
          </a:p>
          <a:p>
            <a:pPr eaLnBrk="1" hangingPunct="1"/>
            <a:r>
              <a:rPr lang="en-US" altLang="en-US" sz="2400" dirty="0"/>
              <a:t>Easy to read and understand.</a:t>
            </a:r>
          </a:p>
          <a:p>
            <a:pPr eaLnBrk="1" hangingPunct="1"/>
            <a:r>
              <a:rPr lang="en-US" altLang="en-US" sz="2400" dirty="0"/>
              <a:t>Just like other programming language.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814ADD-79A5-4077-8A98-67C6C36DFA38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590800" y="3949006"/>
            <a:ext cx="79248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2"/>
              </a:buClr>
              <a:buSzTx/>
              <a:buFontTx/>
              <a:buChar char="•"/>
            </a:pPr>
            <a:r>
              <a:rPr lang="en-US" altLang="en-US" sz="2000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More expressive method.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Tx/>
              <a:buFontTx/>
              <a:buChar char="•"/>
            </a:pPr>
            <a:r>
              <a:rPr lang="en-US" altLang="en-US" sz="2400" dirty="0">
                <a:latin typeface="+mn-lt"/>
              </a:rPr>
              <a:t> Does not concern with the technique of software engineering.       </a:t>
            </a:r>
          </a:p>
        </p:txBody>
      </p:sp>
    </p:spTree>
    <p:extLst>
      <p:ext uri="{BB962C8B-B14F-4D97-AF65-F5344CB8AC3E}">
        <p14:creationId xmlns:p14="http://schemas.microsoft.com/office/powerpoint/2010/main" val="297757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  <p:bldP spid="3482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/>
              <a:t>Pseudocode Conventions.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28800"/>
            <a:ext cx="8305800" cy="46482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altLang="en-US" sz="2900" dirty="0"/>
              <a:t>    English.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altLang="en-US" sz="2900" dirty="0"/>
              <a:t>     Indentation.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altLang="en-US" sz="2900" dirty="0"/>
              <a:t>     Separate line for each instruction.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altLang="en-US" sz="2900" dirty="0"/>
              <a:t>     Looping constructs and conditional constructs.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altLang="en-US" sz="2900" b="1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     //</a:t>
            </a:r>
            <a:r>
              <a:rPr lang="en-GB" altLang="en-US" sz="2900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 indicate a comment line</a:t>
            </a:r>
            <a:r>
              <a:rPr lang="en-US" altLang="en-US" sz="2900" dirty="0">
                <a:cs typeface="Tahoma" panose="020B0604030504040204" pitchFamily="34" charset="0"/>
                <a:sym typeface="Symbol" panose="05050102010706020507" pitchFamily="18" charset="2"/>
              </a:rPr>
              <a:t>.</a:t>
            </a:r>
          </a:p>
          <a:p>
            <a:pPr marL="519113" lvl="1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altLang="en-US" sz="2900" b="1" dirty="0">
                <a:cs typeface="Tahoma" panose="020B0604030504040204" pitchFamily="34" charset="0"/>
                <a:sym typeface="Symbol" panose="05050102010706020507" pitchFamily="18" charset="2"/>
              </a:rPr>
              <a:t>   =   </a:t>
            </a:r>
            <a:r>
              <a:rPr lang="en-US" altLang="en-US" sz="2900" dirty="0">
                <a:cs typeface="Tahoma" panose="020B0604030504040204" pitchFamily="34" charset="0"/>
                <a:sym typeface="Symbol" panose="05050102010706020507" pitchFamily="18" charset="2"/>
              </a:rPr>
              <a:t>indicate the assignment.</a:t>
            </a:r>
          </a:p>
          <a:p>
            <a:pPr marL="287338" lvl="1" indent="-225425"/>
            <a:endParaRPr lang="en-US" altLang="en-US" sz="2000" b="1" dirty="0"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DBB804-D53E-4AFD-AB4B-FAE93BE8D308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73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/>
              <a:t>Pseudocode Conventions.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28800"/>
            <a:ext cx="8305800" cy="4648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altLang="en-US" sz="2900" dirty="0"/>
              <a:t>   Array elements are accessed by specifying the array name followed by the index in the square bracket. 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altLang="en-US" sz="2900" dirty="0"/>
              <a:t>   The notation “..” is used to indicate a range of values within the array.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altLang="en-US" sz="2900" dirty="0"/>
              <a:t>     Ex: 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altLang="en-US" sz="2900" dirty="0"/>
              <a:t>      A[1..i] indicates the sub array of A consisting of elements     A[1] , A[2] , .. , A[</a:t>
            </a:r>
            <a:r>
              <a:rPr lang="en-US" altLang="en-US" sz="2900" dirty="0" err="1"/>
              <a:t>i</a:t>
            </a:r>
            <a:r>
              <a:rPr lang="en-US" altLang="en-US" sz="2900" dirty="0"/>
              <a:t>].</a:t>
            </a:r>
          </a:p>
          <a:p>
            <a:pPr marL="287338" lvl="1" indent="-225425"/>
            <a:endParaRPr lang="en-US" altLang="en-US" sz="2000" b="1" dirty="0"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DBB804-D53E-4AFD-AB4B-FAE93BE8D308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67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Analysis of Algorithms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81200"/>
            <a:ext cx="7772400" cy="72548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Idea is to predict the resource usage. 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E57D5A-4D7C-42E7-A702-D8232A0D9E45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362200" y="2590800"/>
            <a:ext cx="5562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2"/>
              </a:buClr>
              <a:buSzTx/>
              <a:buFontTx/>
              <a:buChar char="•"/>
            </a:pP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400" dirty="0">
                <a:latin typeface="+mn-lt"/>
              </a:rPr>
              <a:t>Memory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Tx/>
              <a:buFontTx/>
              <a:buChar char="•"/>
            </a:pPr>
            <a:r>
              <a:rPr lang="en-US" altLang="en-US" sz="2400" dirty="0">
                <a:latin typeface="+mn-lt"/>
              </a:rPr>
              <a:t> Logic Gates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Tx/>
              <a:buFontTx/>
              <a:buChar char="•"/>
            </a:pPr>
            <a:r>
              <a:rPr lang="en-US" altLang="en-US" sz="2400" dirty="0">
                <a:latin typeface="+mn-lt"/>
              </a:rPr>
              <a:t> </a:t>
            </a:r>
            <a:r>
              <a:rPr lang="en-US" altLang="en-US" sz="2400" b="1" dirty="0">
                <a:latin typeface="+mn-lt"/>
              </a:rPr>
              <a:t>Computational Time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2057400" y="42672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latin typeface="+mn-lt"/>
              </a:rPr>
              <a:t>Why do we need an analysis?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2438400" y="4724401"/>
            <a:ext cx="6096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2"/>
              </a:buClr>
              <a:buSzTx/>
              <a:buFontTx/>
              <a:buChar char="•"/>
            </a:pP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400" dirty="0">
                <a:latin typeface="+mn-lt"/>
              </a:rPr>
              <a:t>To compare 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Tx/>
              <a:buFontTx/>
              <a:buChar char="•"/>
            </a:pPr>
            <a:r>
              <a:rPr lang="en-US" altLang="en-US" sz="2400" dirty="0">
                <a:latin typeface="+mn-lt"/>
              </a:rPr>
              <a:t> Predict the growth of run time</a:t>
            </a:r>
          </a:p>
        </p:txBody>
      </p:sp>
    </p:spTree>
    <p:extLst>
      <p:ext uri="{BB962C8B-B14F-4D97-AF65-F5344CB8AC3E}">
        <p14:creationId xmlns:p14="http://schemas.microsoft.com/office/powerpoint/2010/main" val="252517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  <p:bldP spid="30724" grpId="0" autoUpdateAnimBg="0"/>
      <p:bldP spid="30725" grpId="0" autoUpdateAnimBg="0"/>
      <p:bldP spid="3072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793038" cy="1143000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Worst, Best and Average case.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905000"/>
            <a:ext cx="88392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/>
              <a:t>Running time will depend on the chosen instance characteristics.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990600" lvl="1" indent="-533400">
              <a:buFontTx/>
              <a:buChar char="•"/>
            </a:pPr>
            <a:r>
              <a:rPr lang="en-US" altLang="en-US" b="1" dirty="0"/>
              <a:t>Best case</a:t>
            </a:r>
            <a:r>
              <a:rPr lang="en-US" altLang="en-US" dirty="0"/>
              <a:t>:</a:t>
            </a:r>
          </a:p>
          <a:p>
            <a:pPr marL="457200" lvl="1" indent="0">
              <a:buNone/>
            </a:pPr>
            <a:r>
              <a:rPr lang="en-US" altLang="en-US" dirty="0"/>
              <a:t>	   Minimum number of steps taken on any instance of size n.</a:t>
            </a:r>
          </a:p>
          <a:p>
            <a:pPr marL="990600" lvl="1" indent="-533400">
              <a:buFontTx/>
              <a:buChar char="•"/>
            </a:pPr>
            <a:r>
              <a:rPr lang="en-US" altLang="en-US" b="1" dirty="0"/>
              <a:t>Worst case:</a:t>
            </a:r>
          </a:p>
          <a:p>
            <a:pPr marL="914400" lvl="2" indent="0">
              <a:buNone/>
            </a:pPr>
            <a:r>
              <a:rPr lang="en-US" altLang="en-US" sz="2400" dirty="0"/>
              <a:t>   Maximum number of steps taken on any instance of size n.</a:t>
            </a:r>
          </a:p>
          <a:p>
            <a:pPr marL="990600" lvl="1" indent="-533400">
              <a:buFontTx/>
              <a:buChar char="•"/>
            </a:pPr>
            <a:r>
              <a:rPr lang="en-US" altLang="en-US" b="1" dirty="0"/>
              <a:t>Average case:</a:t>
            </a:r>
          </a:p>
          <a:p>
            <a:pPr marL="457200" lvl="1" indent="0">
              <a:buNone/>
            </a:pPr>
            <a:r>
              <a:rPr lang="en-US" altLang="en-US" b="1" dirty="0"/>
              <a:t>	    </a:t>
            </a:r>
            <a:r>
              <a:rPr lang="en-US" altLang="en-US" dirty="0"/>
              <a:t>An average number of steps taken on any instance of size n.</a:t>
            </a:r>
          </a:p>
          <a:p>
            <a:pPr marL="990600" lvl="1" indent="-533400"/>
            <a:endParaRPr lang="en-US" altLang="en-US" sz="1800" dirty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4956B7-C8ED-4FCA-BCCA-46203F0F14ED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1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Worst,Best and Average case(Contd.)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E4DE67-73B4-462F-934D-927814666CD5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 flipV="1">
            <a:off x="3429000" y="2133600"/>
            <a:ext cx="0" cy="35814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3429000" y="5692776"/>
            <a:ext cx="5867400" cy="2222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Freeform 8"/>
          <p:cNvSpPr>
            <a:spLocks/>
          </p:cNvSpPr>
          <p:nvPr/>
        </p:nvSpPr>
        <p:spPr bwMode="auto">
          <a:xfrm>
            <a:off x="3810000" y="4876800"/>
            <a:ext cx="4495800" cy="711200"/>
          </a:xfrm>
          <a:custGeom>
            <a:avLst/>
            <a:gdLst>
              <a:gd name="T0" fmla="*/ 0 w 3888"/>
              <a:gd name="T1" fmla="*/ 2147483646 h 448"/>
              <a:gd name="T2" fmla="*/ 2147483646 w 3888"/>
              <a:gd name="T3" fmla="*/ 2147483646 h 448"/>
              <a:gd name="T4" fmla="*/ 2147483646 w 3888"/>
              <a:gd name="T5" fmla="*/ 2147483646 h 448"/>
              <a:gd name="T6" fmla="*/ 2147483646 w 3888"/>
              <a:gd name="T7" fmla="*/ 2147483646 h 448"/>
              <a:gd name="T8" fmla="*/ 2147483646 w 3888"/>
              <a:gd name="T9" fmla="*/ 2147483646 h 448"/>
              <a:gd name="T10" fmla="*/ 2147483646 w 3888"/>
              <a:gd name="T11" fmla="*/ 2147483646 h 4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88"/>
              <a:gd name="T19" fmla="*/ 0 h 448"/>
              <a:gd name="T20" fmla="*/ 3888 w 3888"/>
              <a:gd name="T21" fmla="*/ 448 h 4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88" h="448">
                <a:moveTo>
                  <a:pt x="0" y="448"/>
                </a:moveTo>
                <a:cubicBezTo>
                  <a:pt x="288" y="288"/>
                  <a:pt x="576" y="128"/>
                  <a:pt x="816" y="64"/>
                </a:cubicBezTo>
                <a:cubicBezTo>
                  <a:pt x="1056" y="0"/>
                  <a:pt x="1240" y="48"/>
                  <a:pt x="1440" y="64"/>
                </a:cubicBezTo>
                <a:cubicBezTo>
                  <a:pt x="1640" y="80"/>
                  <a:pt x="1704" y="120"/>
                  <a:pt x="2016" y="160"/>
                </a:cubicBezTo>
                <a:cubicBezTo>
                  <a:pt x="2328" y="200"/>
                  <a:pt x="3000" y="288"/>
                  <a:pt x="3312" y="304"/>
                </a:cubicBezTo>
                <a:cubicBezTo>
                  <a:pt x="3624" y="320"/>
                  <a:pt x="3792" y="264"/>
                  <a:pt x="3888" y="256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1" name="Freeform 9"/>
          <p:cNvSpPr>
            <a:spLocks/>
          </p:cNvSpPr>
          <p:nvPr/>
        </p:nvSpPr>
        <p:spPr bwMode="auto">
          <a:xfrm>
            <a:off x="3886200" y="3524250"/>
            <a:ext cx="4191000" cy="1701800"/>
          </a:xfrm>
          <a:custGeom>
            <a:avLst/>
            <a:gdLst>
              <a:gd name="T0" fmla="*/ 0 w 3504"/>
              <a:gd name="T1" fmla="*/ 2147483646 h 1456"/>
              <a:gd name="T2" fmla="*/ 2147483646 w 3504"/>
              <a:gd name="T3" fmla="*/ 2147483646 h 1456"/>
              <a:gd name="T4" fmla="*/ 2147483646 w 3504"/>
              <a:gd name="T5" fmla="*/ 2147483646 h 1456"/>
              <a:gd name="T6" fmla="*/ 2147483646 w 3504"/>
              <a:gd name="T7" fmla="*/ 2147483646 h 1456"/>
              <a:gd name="T8" fmla="*/ 2147483646 w 3504"/>
              <a:gd name="T9" fmla="*/ 2147483646 h 1456"/>
              <a:gd name="T10" fmla="*/ 2147483646 w 3504"/>
              <a:gd name="T11" fmla="*/ 0 h 14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504"/>
              <a:gd name="T19" fmla="*/ 0 h 1456"/>
              <a:gd name="T20" fmla="*/ 3504 w 3504"/>
              <a:gd name="T21" fmla="*/ 1456 h 145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504" h="1456">
                <a:moveTo>
                  <a:pt x="0" y="1440"/>
                </a:moveTo>
                <a:cubicBezTo>
                  <a:pt x="60" y="1448"/>
                  <a:pt x="120" y="1456"/>
                  <a:pt x="240" y="1392"/>
                </a:cubicBezTo>
                <a:cubicBezTo>
                  <a:pt x="360" y="1328"/>
                  <a:pt x="472" y="1200"/>
                  <a:pt x="720" y="1056"/>
                </a:cubicBezTo>
                <a:cubicBezTo>
                  <a:pt x="968" y="912"/>
                  <a:pt x="1360" y="664"/>
                  <a:pt x="1728" y="528"/>
                </a:cubicBezTo>
                <a:cubicBezTo>
                  <a:pt x="2096" y="392"/>
                  <a:pt x="2632" y="328"/>
                  <a:pt x="2928" y="240"/>
                </a:cubicBezTo>
                <a:cubicBezTo>
                  <a:pt x="3224" y="152"/>
                  <a:pt x="3364" y="76"/>
                  <a:pt x="3504" y="0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2" name="Freeform 11"/>
          <p:cNvSpPr>
            <a:spLocks/>
          </p:cNvSpPr>
          <p:nvPr/>
        </p:nvSpPr>
        <p:spPr bwMode="auto">
          <a:xfrm>
            <a:off x="3886200" y="2438400"/>
            <a:ext cx="3962400" cy="2514600"/>
          </a:xfrm>
          <a:custGeom>
            <a:avLst/>
            <a:gdLst>
              <a:gd name="T0" fmla="*/ 0 w 3168"/>
              <a:gd name="T1" fmla="*/ 2147483646 h 2112"/>
              <a:gd name="T2" fmla="*/ 2147483646 w 3168"/>
              <a:gd name="T3" fmla="*/ 2147483646 h 2112"/>
              <a:gd name="T4" fmla="*/ 2147483646 w 3168"/>
              <a:gd name="T5" fmla="*/ 2147483646 h 2112"/>
              <a:gd name="T6" fmla="*/ 2147483646 w 3168"/>
              <a:gd name="T7" fmla="*/ 2147483646 h 2112"/>
              <a:gd name="T8" fmla="*/ 2147483646 w 3168"/>
              <a:gd name="T9" fmla="*/ 2147483646 h 2112"/>
              <a:gd name="T10" fmla="*/ 2147483646 w 3168"/>
              <a:gd name="T11" fmla="*/ 0 h 21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68"/>
              <a:gd name="T19" fmla="*/ 0 h 2112"/>
              <a:gd name="T20" fmla="*/ 3168 w 3168"/>
              <a:gd name="T21" fmla="*/ 2112 h 21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68" h="2112">
                <a:moveTo>
                  <a:pt x="0" y="2112"/>
                </a:moveTo>
                <a:cubicBezTo>
                  <a:pt x="240" y="1980"/>
                  <a:pt x="480" y="1848"/>
                  <a:pt x="768" y="1680"/>
                </a:cubicBezTo>
                <a:cubicBezTo>
                  <a:pt x="1056" y="1512"/>
                  <a:pt x="1520" y="1240"/>
                  <a:pt x="1728" y="1104"/>
                </a:cubicBezTo>
                <a:cubicBezTo>
                  <a:pt x="1936" y="968"/>
                  <a:pt x="1912" y="952"/>
                  <a:pt x="2016" y="864"/>
                </a:cubicBezTo>
                <a:cubicBezTo>
                  <a:pt x="2120" y="776"/>
                  <a:pt x="2160" y="720"/>
                  <a:pt x="2352" y="576"/>
                </a:cubicBezTo>
                <a:cubicBezTo>
                  <a:pt x="2544" y="432"/>
                  <a:pt x="3032" y="96"/>
                  <a:pt x="3168" y="0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3" name="Text Box 12"/>
          <p:cNvSpPr txBox="1">
            <a:spLocks noChangeArrowheads="1"/>
          </p:cNvSpPr>
          <p:nvPr/>
        </p:nvSpPr>
        <p:spPr bwMode="auto">
          <a:xfrm>
            <a:off x="8534400" y="48561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Best case</a:t>
            </a:r>
          </a:p>
        </p:txBody>
      </p:sp>
      <p:sp>
        <p:nvSpPr>
          <p:cNvPr id="23564" name="Text Box 13"/>
          <p:cNvSpPr txBox="1">
            <a:spLocks noChangeArrowheads="1"/>
          </p:cNvSpPr>
          <p:nvPr/>
        </p:nvSpPr>
        <p:spPr bwMode="auto">
          <a:xfrm>
            <a:off x="8448675" y="338931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Average case</a:t>
            </a:r>
          </a:p>
        </p:txBody>
      </p:sp>
      <p:sp>
        <p:nvSpPr>
          <p:cNvPr id="23565" name="Text Box 14"/>
          <p:cNvSpPr txBox="1">
            <a:spLocks noChangeArrowheads="1"/>
          </p:cNvSpPr>
          <p:nvPr/>
        </p:nvSpPr>
        <p:spPr bwMode="auto">
          <a:xfrm>
            <a:off x="8610600" y="195897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Worst case</a:t>
            </a:r>
          </a:p>
        </p:txBody>
      </p:sp>
      <p:sp>
        <p:nvSpPr>
          <p:cNvPr id="23566" name="Text Box 15"/>
          <p:cNvSpPr txBox="1">
            <a:spLocks noChangeArrowheads="1"/>
          </p:cNvSpPr>
          <p:nvPr/>
        </p:nvSpPr>
        <p:spPr bwMode="auto">
          <a:xfrm>
            <a:off x="8686800" y="57912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Input Size</a:t>
            </a:r>
          </a:p>
        </p:txBody>
      </p:sp>
      <p:sp>
        <p:nvSpPr>
          <p:cNvPr id="23567" name="Text Box 16"/>
          <p:cNvSpPr txBox="1">
            <a:spLocks noChangeArrowheads="1"/>
          </p:cNvSpPr>
          <p:nvPr/>
        </p:nvSpPr>
        <p:spPr bwMode="auto">
          <a:xfrm>
            <a:off x="2209800" y="16764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# of steps</a:t>
            </a:r>
          </a:p>
        </p:txBody>
      </p:sp>
    </p:spTree>
    <p:extLst>
      <p:ext uri="{BB962C8B-B14F-4D97-AF65-F5344CB8AC3E}">
        <p14:creationId xmlns:p14="http://schemas.microsoft.com/office/powerpoint/2010/main" val="1466452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Methods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 Count Methods</a:t>
            </a:r>
          </a:p>
          <a:p>
            <a:r>
              <a:rPr lang="en-US" dirty="0"/>
              <a:t>Step Count Method(RAM Model)</a:t>
            </a:r>
          </a:p>
          <a:p>
            <a:r>
              <a:rPr lang="en-US" dirty="0"/>
              <a:t>Exact Analysis</a:t>
            </a:r>
          </a:p>
          <a:p>
            <a:r>
              <a:rPr lang="en-US" dirty="0"/>
              <a:t>Asymptotic Notations</a:t>
            </a:r>
          </a:p>
        </p:txBody>
      </p:sp>
      <p:sp>
        <p:nvSpPr>
          <p:cNvPr id="245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6020C-AC6C-4816-ABEF-2AB85DEDEF91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99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609600"/>
            <a:ext cx="7793038" cy="11430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Operation count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9812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400" dirty="0"/>
              <a:t>Methods for time complexity analysis.</a:t>
            </a:r>
          </a:p>
          <a:p>
            <a:r>
              <a:rPr lang="en-US" altLang="en-US" sz="2400" dirty="0"/>
              <a:t>Select one or more operations such as add, multiply and compare.</a:t>
            </a:r>
          </a:p>
          <a:p>
            <a:pPr eaLnBrk="1" hangingPunct="1"/>
            <a:r>
              <a:rPr lang="en-US" altLang="en-US" sz="2400" dirty="0"/>
              <a:t>Operation count considers the </a:t>
            </a:r>
            <a:r>
              <a:rPr lang="en-US" altLang="en-US" sz="2400" b="1" dirty="0"/>
              <a:t>time spent on chosen operations</a:t>
            </a:r>
            <a:r>
              <a:rPr lang="en-US" altLang="en-US" sz="2400" dirty="0"/>
              <a:t> but not all.</a:t>
            </a:r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C2AEA3-3CAC-4232-BAD0-6C5AC0AE8FCB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34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793038" cy="1143000"/>
          </a:xfrm>
        </p:spPr>
        <p:txBody>
          <a:bodyPr/>
          <a:lstStyle/>
          <a:p>
            <a:pPr algn="ctr" eaLnBrk="1" hangingPunct="1"/>
            <a:r>
              <a:rPr lang="en-US" altLang="en-US"/>
              <a:t>Step Count (RAM Model)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05000"/>
            <a:ext cx="8305800" cy="4114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Assume a generic one processor.</a:t>
            </a:r>
          </a:p>
          <a:p>
            <a:pPr eaLnBrk="1" hangingPunct="1"/>
            <a:r>
              <a:rPr lang="en-US" altLang="en-US" sz="2400" dirty="0"/>
              <a:t>Instructions are executed one after another, with no concurrent operations.</a:t>
            </a:r>
          </a:p>
          <a:p>
            <a:pPr eaLnBrk="1" hangingPunct="1"/>
            <a:r>
              <a:rPr lang="en-US" altLang="en-US" sz="2400" dirty="0"/>
              <a:t>+, - , =, it takes exactly one step.</a:t>
            </a:r>
          </a:p>
          <a:p>
            <a:pPr eaLnBrk="1" hangingPunct="1"/>
            <a:r>
              <a:rPr lang="en-US" altLang="en-US" sz="2400" dirty="0"/>
              <a:t>Each memory access takes exactly 1 step.</a:t>
            </a:r>
          </a:p>
          <a:p>
            <a:pPr eaLnBrk="1" hangingPunct="1"/>
            <a:r>
              <a:rPr lang="en-US" altLang="en-US" b="1" dirty="0"/>
              <a:t>Running Time = Sum of the steps.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602DE6-3513-4925-8A80-A6756D271FB8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39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1752600" y="3704254"/>
            <a:ext cx="7924801" cy="29251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7793038" cy="1143000"/>
          </a:xfrm>
        </p:spPr>
        <p:txBody>
          <a:bodyPr/>
          <a:lstStyle/>
          <a:p>
            <a:pPr algn="ctr" eaLnBrk="1" hangingPunct="1"/>
            <a:r>
              <a:rPr lang="en-US" altLang="en-US"/>
              <a:t>RAM Model Analysis.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524000"/>
            <a:ext cx="7772400" cy="219392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Example1</a:t>
            </a:r>
            <a:r>
              <a:rPr lang="en-US" altLang="en-US" sz="24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n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 =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100                   1step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n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n + 100             2steps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Print  n                      1step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                                  </a:t>
            </a:r>
            <a:endParaRPr lang="en-US" altLang="en-US" sz="2400" dirty="0"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DB69BF-9AD2-48E0-9E39-EE7189743931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52601" y="1524000"/>
            <a:ext cx="5648325" cy="21336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Example1: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  = 100                   1step</a:t>
            </a:r>
          </a:p>
          <a:p>
            <a:pPr algn="ctr"/>
            <a:r>
              <a:rPr lang="en-US" dirty="0"/>
              <a:t>n = n + 100             2steps</a:t>
            </a:r>
          </a:p>
          <a:p>
            <a:pPr algn="ctr"/>
            <a:r>
              <a:rPr lang="en-US" dirty="0"/>
              <a:t>Print  n                      1step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138364" y="4035426"/>
            <a:ext cx="7691437" cy="2593975"/>
            <a:chOff x="1223963" y="4035425"/>
            <a:chExt cx="7691437" cy="2593975"/>
          </a:xfrm>
        </p:grpSpPr>
        <p:sp>
          <p:nvSpPr>
            <p:cNvPr id="48140" name="Text Box 12"/>
            <p:cNvSpPr txBox="1">
              <a:spLocks noChangeArrowheads="1"/>
            </p:cNvSpPr>
            <p:nvPr/>
          </p:nvSpPr>
          <p:spPr bwMode="auto">
            <a:xfrm>
              <a:off x="2133600" y="6172200"/>
              <a:ext cx="2590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solidFill>
                    <a:srgbClr val="FF0000"/>
                  </a:solidFill>
                  <a:latin typeface="Tahoma" panose="020B0604030504040204" pitchFamily="34" charset="0"/>
                </a:rPr>
                <a:t>Steps =  6n+3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23963" y="4035425"/>
              <a:ext cx="7691437" cy="2277507"/>
              <a:chOff x="1223963" y="4035425"/>
              <a:chExt cx="7691437" cy="2277507"/>
            </a:xfrm>
          </p:grpSpPr>
          <p:graphicFrame>
            <p:nvGraphicFramePr>
              <p:cNvPr id="48133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1315383"/>
                  </p:ext>
                </p:extLst>
              </p:nvPr>
            </p:nvGraphicFramePr>
            <p:xfrm>
              <a:off x="1223963" y="4041775"/>
              <a:ext cx="3911600" cy="1825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11280" imgH="660240" progId="Equation.3">
                      <p:embed/>
                    </p:oleObj>
                  </mc:Choice>
                  <mc:Fallback>
                    <p:oleObj name="Equation" r:id="rId2" imgW="1511280" imgH="660240" progId="Equation.3">
                      <p:embed/>
                      <p:pic>
                        <p:nvPicPr>
                          <p:cNvPr id="48133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23963" y="4041775"/>
                            <a:ext cx="3911600" cy="18256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134" name="Text Box 6"/>
              <p:cNvSpPr txBox="1">
                <a:spLocks noChangeArrowheads="1"/>
              </p:cNvSpPr>
              <p:nvPr/>
            </p:nvSpPr>
            <p:spPr bwMode="auto">
              <a:xfrm>
                <a:off x="5715000" y="4035425"/>
                <a:ext cx="15430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/>
                  <a:t>1 assignment</a:t>
                </a:r>
                <a:endParaRPr lang="en-AU" altLang="en-US" sz="1800" dirty="0"/>
              </a:p>
            </p:txBody>
          </p:sp>
          <p:sp>
            <p:nvSpPr>
              <p:cNvPr id="48135" name="Text Box 7"/>
              <p:cNvSpPr txBox="1">
                <a:spLocks noChangeArrowheads="1"/>
              </p:cNvSpPr>
              <p:nvPr/>
            </p:nvSpPr>
            <p:spPr bwMode="auto">
              <a:xfrm>
                <a:off x="5638800" y="4343400"/>
                <a:ext cx="3276600" cy="915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 dirty="0"/>
                  <a:t>n</a:t>
                </a:r>
                <a:r>
                  <a:rPr lang="en-US" altLang="en-US" sz="1800" dirty="0"/>
                  <a:t>+1 assignments 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 dirty="0"/>
                  <a:t>n</a:t>
                </a:r>
                <a:r>
                  <a:rPr lang="en-US" altLang="en-US" sz="1800" dirty="0"/>
                  <a:t>+1 comparisons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 dirty="0"/>
                  <a:t>n</a:t>
                </a:r>
                <a:r>
                  <a:rPr lang="en-US" altLang="en-US" sz="18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1800" dirty="0"/>
                  <a:t>additions</a:t>
                </a:r>
                <a:endParaRPr lang="en-AU" altLang="en-US" sz="1800" dirty="0"/>
              </a:p>
            </p:txBody>
          </p:sp>
          <p:sp>
            <p:nvSpPr>
              <p:cNvPr id="48137" name="Text Box 9"/>
              <p:cNvSpPr txBox="1">
                <a:spLocks noChangeArrowheads="1"/>
              </p:cNvSpPr>
              <p:nvPr/>
            </p:nvSpPr>
            <p:spPr bwMode="auto">
              <a:xfrm>
                <a:off x="5715000" y="5330825"/>
                <a:ext cx="167225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/>
                  <a:t>n assignments</a:t>
                </a:r>
                <a:endParaRPr lang="en-AU" altLang="en-US" sz="1800" dirty="0"/>
              </a:p>
            </p:txBody>
          </p:sp>
          <p:sp>
            <p:nvSpPr>
              <p:cNvPr id="48138" name="Text Box 10"/>
              <p:cNvSpPr txBox="1">
                <a:spLocks noChangeArrowheads="1"/>
              </p:cNvSpPr>
              <p:nvPr/>
            </p:nvSpPr>
            <p:spPr bwMode="auto">
              <a:xfrm>
                <a:off x="5715000" y="5638800"/>
                <a:ext cx="21336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/>
                  <a:t>n additions</a:t>
                </a:r>
                <a:endParaRPr lang="en-AU" altLang="en-US" sz="1800" dirty="0"/>
              </a:p>
            </p:txBody>
          </p:sp>
          <p:sp>
            <p:nvSpPr>
              <p:cNvPr id="48139" name="Text Box 11"/>
              <p:cNvSpPr txBox="1">
                <a:spLocks noChangeArrowheads="1"/>
              </p:cNvSpPr>
              <p:nvPr/>
            </p:nvSpPr>
            <p:spPr bwMode="auto">
              <a:xfrm>
                <a:off x="5715000" y="5943600"/>
                <a:ext cx="22365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/>
                  <a:t>n memory accesses</a:t>
                </a:r>
                <a:endParaRPr lang="en-AU" altLang="en-US" sz="1800" dirty="0"/>
              </a:p>
            </p:txBody>
          </p:sp>
          <p:cxnSp>
            <p:nvCxnSpPr>
              <p:cNvPr id="3" name="Straight Arrow Connector 2"/>
              <p:cNvCxnSpPr/>
              <p:nvPr/>
            </p:nvCxnSpPr>
            <p:spPr>
              <a:xfrm flipH="1">
                <a:off x="3429000" y="4218781"/>
                <a:ext cx="1905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Left Brace 3"/>
              <p:cNvSpPr/>
              <p:nvPr/>
            </p:nvSpPr>
            <p:spPr>
              <a:xfrm>
                <a:off x="5410200" y="4572000"/>
                <a:ext cx="152400" cy="609600"/>
              </a:xfrm>
              <a:prstGeom prst="leftBrac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H="1">
                <a:off x="3505200" y="4876800"/>
                <a:ext cx="1905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Left Brace 15"/>
              <p:cNvSpPr/>
              <p:nvPr/>
            </p:nvSpPr>
            <p:spPr>
              <a:xfrm>
                <a:off x="5562600" y="5486400"/>
                <a:ext cx="152400" cy="723900"/>
              </a:xfrm>
              <a:prstGeom prst="leftBrac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Arrow Connector 5"/>
              <p:cNvCxnSpPr>
                <a:stCxn id="16" idx="1"/>
              </p:cNvCxnSpPr>
              <p:nvPr/>
            </p:nvCxnSpPr>
            <p:spPr>
              <a:xfrm flipH="1" flipV="1">
                <a:off x="5197922" y="5583238"/>
                <a:ext cx="364678" cy="2651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3048000" y="32004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Steps = 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1274" y="3669268"/>
            <a:ext cx="12652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Example2:</a:t>
            </a:r>
          </a:p>
        </p:txBody>
      </p:sp>
    </p:spTree>
    <p:extLst>
      <p:ext uri="{BB962C8B-B14F-4D97-AF65-F5344CB8AC3E}">
        <p14:creationId xmlns:p14="http://schemas.microsoft.com/office/powerpoint/2010/main" val="61513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RAM model analysis, find out the no of steps needed to display the numbers  from 1 to 10.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 = 1</a:t>
            </a:r>
          </a:p>
          <a:p>
            <a:pPr marL="0" indent="0">
              <a:buNone/>
            </a:pPr>
            <a:r>
              <a:rPr lang="en-US" dirty="0"/>
              <a:t>While </a:t>
            </a:r>
            <a:r>
              <a:rPr lang="en-US" dirty="0" err="1"/>
              <a:t>i</a:t>
            </a:r>
            <a:r>
              <a:rPr lang="en-US" dirty="0"/>
              <a:t> &lt;=10</a:t>
            </a:r>
          </a:p>
          <a:p>
            <a:pPr marL="0" indent="0">
              <a:buNone/>
            </a:pPr>
            <a:r>
              <a:rPr lang="en-US" dirty="0"/>
              <a:t> 	print 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+ 1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0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RAM model analysis, find out the no of steps needed to display the numbers  from 10 to 20.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 = 10 </a:t>
            </a:r>
            <a:r>
              <a:rPr lang="en-US" dirty="0">
                <a:sym typeface="Wingdings" panose="05000000000000000000" pitchFamily="2" charset="2"/>
              </a:rPr>
              <a:t> 1 step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While </a:t>
            </a:r>
            <a:r>
              <a:rPr lang="en-US" dirty="0" err="1"/>
              <a:t>i</a:t>
            </a:r>
            <a:r>
              <a:rPr lang="en-US" dirty="0"/>
              <a:t> &lt;= 20   </a:t>
            </a:r>
            <a:r>
              <a:rPr lang="en-US" dirty="0">
                <a:sym typeface="Wingdings" panose="05000000000000000000" pitchFamily="2" charset="2"/>
              </a:rPr>
              <a:t> 12 steps       </a:t>
            </a:r>
            <a:r>
              <a:rPr lang="en-US" sz="2400" dirty="0">
                <a:sym typeface="Wingdings" panose="05000000000000000000" pitchFamily="2" charset="2"/>
              </a:rPr>
              <a:t>( Hint :20 – 10 + 2 = 12)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 	print </a:t>
            </a:r>
            <a:r>
              <a:rPr lang="en-US" dirty="0" err="1"/>
              <a:t>i</a:t>
            </a:r>
            <a:r>
              <a:rPr lang="en-US" dirty="0"/>
              <a:t>    </a:t>
            </a:r>
            <a:r>
              <a:rPr lang="en-US" dirty="0">
                <a:sym typeface="Wingdings" panose="05000000000000000000" pitchFamily="2" charset="2"/>
              </a:rPr>
              <a:t> 11 steps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+ 1    </a:t>
            </a:r>
            <a:r>
              <a:rPr lang="en-US" dirty="0">
                <a:sym typeface="Wingdings" panose="05000000000000000000" pitchFamily="2" charset="2"/>
              </a:rPr>
              <a:t> 11 + 11 = 22 steps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17</a:t>
            </a:fld>
            <a:endParaRPr lang="en-US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590800" y="5809457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Steps =  46 </a:t>
            </a:r>
          </a:p>
        </p:txBody>
      </p:sp>
    </p:spTree>
    <p:extLst>
      <p:ext uri="{BB962C8B-B14F-4D97-AF65-F5344CB8AC3E}">
        <p14:creationId xmlns:p14="http://schemas.microsoft.com/office/powerpoint/2010/main" val="202188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RAM model analysis, find out the no of steps needed to display the even numbers  from 10 to 20.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10 to 20   </a:t>
            </a:r>
            <a:r>
              <a:rPr lang="en-US" dirty="0">
                <a:sym typeface="Wingdings" panose="05000000000000000000" pitchFamily="2" charset="2"/>
              </a:rPr>
              <a:t> (12+ 12 + 11) steps = 35 steps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if  </a:t>
            </a:r>
            <a:r>
              <a:rPr lang="en-US" dirty="0" err="1"/>
              <a:t>i</a:t>
            </a:r>
            <a:r>
              <a:rPr lang="en-US" dirty="0"/>
              <a:t> % 2 == 0    </a:t>
            </a:r>
            <a:r>
              <a:rPr lang="en-US" dirty="0">
                <a:sym typeface="Wingdings" panose="05000000000000000000" pitchFamily="2" charset="2"/>
              </a:rPr>
              <a:t> 2 * 11 = 22 steps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	print </a:t>
            </a:r>
            <a:r>
              <a:rPr lang="en-US" dirty="0" err="1"/>
              <a:t>i</a:t>
            </a:r>
            <a:r>
              <a:rPr lang="en-US" dirty="0"/>
              <a:t>    </a:t>
            </a:r>
            <a:r>
              <a:rPr lang="en-US" dirty="0">
                <a:sym typeface="Wingdings" panose="05000000000000000000" pitchFamily="2" charset="2"/>
              </a:rPr>
              <a:t> 6 steps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590800" y="5809457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Steps =  63 </a:t>
            </a:r>
          </a:p>
        </p:txBody>
      </p:sp>
    </p:spTree>
    <p:extLst>
      <p:ext uri="{BB962C8B-B14F-4D97-AF65-F5344CB8AC3E}">
        <p14:creationId xmlns:p14="http://schemas.microsoft.com/office/powerpoint/2010/main" val="181254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/>
              <a:t>Problems with RAM Model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05000"/>
            <a:ext cx="85344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Differ number of steps with different architecture.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		</a:t>
            </a:r>
            <a:r>
              <a:rPr lang="en-US" altLang="en-US" sz="2400" dirty="0" err="1"/>
              <a:t>eg</a:t>
            </a:r>
            <a:r>
              <a:rPr lang="en-US" altLang="en-US" sz="2400" dirty="0"/>
              <a:t>: sum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2400" dirty="0"/>
              <a:t>sum + A[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]    is a one step in  the CISC processor.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400" dirty="0"/>
              <a:t>It is difficult to count the exact number of steps in the algorithm.</a:t>
            </a:r>
          </a:p>
          <a:p>
            <a:pPr>
              <a:buNone/>
            </a:pPr>
            <a:r>
              <a:rPr lang="en-US" altLang="en-US" sz="2400" dirty="0"/>
              <a:t>   		</a:t>
            </a:r>
            <a:r>
              <a:rPr lang="en-US" altLang="en-US" sz="2400" dirty="0" err="1"/>
              <a:t>eg</a:t>
            </a:r>
            <a:r>
              <a:rPr lang="en-US" altLang="en-US" sz="2400" dirty="0"/>
              <a:t>: See the insertion sort , efficient algorithm for sorting     small number of elements.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2E6E10-4644-4D50-A419-624C5C3125FF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93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7793038" cy="1143000"/>
          </a:xfrm>
        </p:spPr>
        <p:txBody>
          <a:bodyPr/>
          <a:lstStyle/>
          <a:p>
            <a:r>
              <a:rPr lang="en-US" altLang="en-US" dirty="0"/>
              <a:t>Insertion sort 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CA2944-4024-414A-B76D-03BAD538C42E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3175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143126"/>
            <a:ext cx="8024134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48000" y="1788407"/>
            <a:ext cx="914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Key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4174" y="1752600"/>
            <a:ext cx="914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Key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8775" y="1752600"/>
            <a:ext cx="96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Key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5775" y="2983468"/>
            <a:ext cx="96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Key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1" y="2971800"/>
            <a:ext cx="96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Key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1" y="3974068"/>
            <a:ext cx="1489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Sorted Array</a:t>
            </a:r>
          </a:p>
        </p:txBody>
      </p:sp>
    </p:spTree>
    <p:extLst>
      <p:ext uri="{BB962C8B-B14F-4D97-AF65-F5344CB8AC3E}">
        <p14:creationId xmlns:p14="http://schemas.microsoft.com/office/powerpoint/2010/main" val="2654763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793038" cy="1143000"/>
          </a:xfrm>
        </p:spPr>
        <p:txBody>
          <a:bodyPr/>
          <a:lstStyle/>
          <a:p>
            <a:pPr algn="ctr" eaLnBrk="1" hangingPunct="1"/>
            <a:r>
              <a:rPr lang="en-US" altLang="en-US"/>
              <a:t>Pseudocode for insertion sort.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812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/>
              <a:t>INSERTION-SORT(A)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/>
              <a:t>1 for </a:t>
            </a:r>
            <a:r>
              <a:rPr lang="en-US" altLang="en-US" sz="2400" dirty="0"/>
              <a:t>j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to </a:t>
            </a:r>
            <a:r>
              <a:rPr lang="en-US" altLang="en-US" sz="2400" b="1" dirty="0" err="1">
                <a:cs typeface="Tahoma" panose="020B0604030504040204" pitchFamily="34" charset="0"/>
                <a:sym typeface="Symbol" panose="05050102010706020507" pitchFamily="18" charset="2"/>
              </a:rPr>
              <a:t>A.</a:t>
            </a:r>
            <a:r>
              <a:rPr lang="en-US" altLang="en-US" sz="2400" dirty="0" err="1">
                <a:cs typeface="Tahoma" panose="020B0604030504040204" pitchFamily="34" charset="0"/>
                <a:sym typeface="Symbol" panose="05050102010706020507" pitchFamily="18" charset="2"/>
              </a:rPr>
              <a:t>length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/>
              <a:t>2          </a:t>
            </a:r>
            <a:r>
              <a:rPr lang="en-US" altLang="en-US" sz="2400" dirty="0"/>
              <a:t>key</a:t>
            </a:r>
            <a:r>
              <a:rPr lang="en-US" altLang="en-US" sz="2400" i="1" dirty="0"/>
              <a:t>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A[j]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/>
              <a:t>3          </a:t>
            </a:r>
            <a:r>
              <a:rPr lang="en-GB" altLang="en-US" sz="2400" b="1" dirty="0">
                <a:solidFill>
                  <a:srgbClr val="000000"/>
                </a:solidFill>
                <a:cs typeface="Lucida Sans Unicode" panose="020B0602030504020204" pitchFamily="34" charset="0"/>
                <a:sym typeface="Symbol" panose="05050102010706020507" pitchFamily="18" charset="2"/>
              </a:rPr>
              <a:t>// </a:t>
            </a:r>
            <a:r>
              <a:rPr lang="en-US" altLang="en-US" sz="2400" dirty="0"/>
              <a:t>Insert A[j] into the sorted sequence A[1..j-1]</a:t>
            </a:r>
            <a:endParaRPr lang="en-US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/>
              <a:t>4          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 j - 1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          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While</a:t>
            </a:r>
            <a:r>
              <a:rPr lang="en-US" altLang="en-US" sz="2400" b="1" i="1" dirty="0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&gt;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and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 A[</a:t>
            </a:r>
            <a:r>
              <a:rPr lang="en-US" altLang="en-US" sz="2400" dirty="0" err="1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]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&gt;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key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6                     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A[i+1]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A[</a:t>
            </a:r>
            <a:r>
              <a:rPr lang="en-US" altLang="en-US" sz="2400" dirty="0" err="1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7                       </a:t>
            </a:r>
            <a:r>
              <a:rPr lang="en-US" altLang="en-US" sz="2400" dirty="0" err="1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i-1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8           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A[i+1] </a:t>
            </a:r>
            <a:r>
              <a:rPr lang="en-US" altLang="en-US" sz="2400" b="1" dirty="0">
                <a:cs typeface="Tahoma" panose="020B0604030504040204" pitchFamily="34" charset="0"/>
                <a:sym typeface="Symbol" panose="05050102010706020507" pitchFamily="18" charset="2"/>
              </a:rPr>
              <a:t> =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key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A3960A-18C4-4084-8D24-B101884F87AB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605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CA2944-4024-414A-B76D-03BAD538C42E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3175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1600201"/>
            <a:ext cx="7218363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Text Box 5"/>
          <p:cNvSpPr txBox="1">
            <a:spLocks noChangeArrowheads="1"/>
          </p:cNvSpPr>
          <p:nvPr/>
        </p:nvSpPr>
        <p:spPr bwMode="auto">
          <a:xfrm>
            <a:off x="1752600" y="3771028"/>
            <a:ext cx="86106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i="1" dirty="0">
                <a:solidFill>
                  <a:srgbClr val="000000"/>
                </a:solidFill>
                <a:latin typeface="+mn-lt"/>
              </a:rPr>
              <a:t>(a)-(e)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    The iterations of the </a:t>
            </a:r>
            <a:r>
              <a:rPr lang="en-US" altLang="en-US" sz="2000" i="1" dirty="0">
                <a:solidFill>
                  <a:srgbClr val="000000"/>
                </a:solidFill>
                <a:latin typeface="+mn-lt"/>
              </a:rPr>
              <a:t>for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 loop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</a:rPr>
              <a:t>lines 1-8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In each iteration, the black rectangle holds the key taken from </a:t>
            </a:r>
            <a:r>
              <a:rPr lang="en-US" altLang="en-US" sz="2000" i="1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[</a:t>
            </a:r>
            <a:r>
              <a:rPr lang="en-US" altLang="en-US" sz="2000" i="1" dirty="0">
                <a:solidFill>
                  <a:srgbClr val="000000"/>
                </a:solidFill>
                <a:latin typeface="+mn-lt"/>
              </a:rPr>
              <a:t>j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],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Key is compared with the values in shaded rectangles to its left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olidFill>
                  <a:srgbClr val="FF0000"/>
                </a:solidFill>
                <a:latin typeface="+mn-lt"/>
              </a:rPr>
              <a:t> line 5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Shaded arrows show array values moved one position to the right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</a:rPr>
              <a:t>line 6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,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Black arrows indicate where the key is moved to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</a:rPr>
              <a:t> line 8</a:t>
            </a:r>
            <a:r>
              <a:rPr lang="en-US" altLang="en-US" sz="2000" dirty="0">
                <a:solidFill>
                  <a:srgbClr val="000000"/>
                </a:solidFill>
                <a:latin typeface="+mn-lt"/>
              </a:rPr>
              <a:t>. 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112962" y="381000"/>
            <a:ext cx="779303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Insertion sort - Example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247167" y="3124696"/>
            <a:ext cx="1446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sorted array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8915400" y="3124200"/>
            <a:ext cx="304800" cy="185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878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793038" cy="1143000"/>
          </a:xfrm>
        </p:spPr>
        <p:txBody>
          <a:bodyPr/>
          <a:lstStyle/>
          <a:p>
            <a:pPr algn="ctr" eaLnBrk="1" hangingPunct="1"/>
            <a:r>
              <a:rPr lang="en-US" altLang="en-US"/>
              <a:t>Exact analysis of Insertion sort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7772400" cy="801688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Time taken for the algorithm will depend on the input size (number of elements of the array)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E69432-EF05-4D2D-AD3D-1FD0F63C9D77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57400" y="3048000"/>
            <a:ext cx="7848600" cy="1484312"/>
            <a:chOff x="533400" y="3048000"/>
            <a:chExt cx="7848600" cy="1484312"/>
          </a:xfrm>
        </p:grpSpPr>
        <p:sp>
          <p:nvSpPr>
            <p:cNvPr id="2" name="Rectangle 1"/>
            <p:cNvSpPr/>
            <p:nvPr/>
          </p:nvSpPr>
          <p:spPr>
            <a:xfrm>
              <a:off x="685800" y="3048000"/>
              <a:ext cx="7696200" cy="1447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41" name="Rectangle 5"/>
            <p:cNvSpPr>
              <a:spLocks noChangeArrowheads="1"/>
            </p:cNvSpPr>
            <p:nvPr/>
          </p:nvSpPr>
          <p:spPr bwMode="auto">
            <a:xfrm>
              <a:off x="533400" y="3200400"/>
              <a:ext cx="7772400" cy="133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en-US" sz="2000" b="1" dirty="0"/>
                <a:t>    </a:t>
              </a:r>
              <a:r>
                <a:rPr lang="en-US" altLang="en-US" sz="2400" b="1" dirty="0">
                  <a:latin typeface="+mn-lt"/>
                </a:rPr>
                <a:t>Running Time (Time complexity):</a:t>
              </a:r>
            </a:p>
            <a:p>
              <a:pPr eaLnBrk="1" hangingPunct="1"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en-US" sz="2400" dirty="0">
                  <a:latin typeface="+mn-lt"/>
                </a:rPr>
                <a:t>     This is the number of primitive operations or steps executed through an algorithm given a particular input.</a:t>
              </a:r>
            </a:p>
            <a:p>
              <a:pPr eaLnBrk="1" hangingPunct="1">
                <a:lnSpc>
                  <a:spcPct val="90000"/>
                </a:lnSpc>
                <a:buFont typeface="Wingdings" panose="05000000000000000000" pitchFamily="2" charset="2"/>
                <a:buNone/>
              </a:pPr>
              <a:endParaRPr lang="en-US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9478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Running Time : T(n)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E11796-2E31-451A-B436-3AD0735E7A8E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890143"/>
              </p:ext>
            </p:extLst>
          </p:nvPr>
        </p:nvGraphicFramePr>
        <p:xfrm>
          <a:off x="2286000" y="1676400"/>
          <a:ext cx="762000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5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5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/>
                        <a:t>INSERTION-SORT(A)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/>
                        <a:t>for </a:t>
                      </a:r>
                      <a:r>
                        <a:rPr lang="en-US" altLang="en-US" sz="2000" dirty="0"/>
                        <a:t>j </a:t>
                      </a:r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= </a:t>
                      </a:r>
                      <a:r>
                        <a:rPr lang="en-US" altLang="en-US" sz="2000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2 </a:t>
                      </a:r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to </a:t>
                      </a:r>
                      <a:r>
                        <a:rPr lang="en-US" altLang="en-US" sz="2000" b="0" dirty="0" err="1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A.</a:t>
                      </a:r>
                      <a:r>
                        <a:rPr lang="en-US" altLang="en-US" sz="2000" dirty="0" err="1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length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c</a:t>
                      </a:r>
                      <a:r>
                        <a:rPr lang="en-US" altLang="en-US" sz="2000" b="1" baseline="-25000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  </a:t>
                      </a:r>
                      <a:r>
                        <a:rPr lang="en-US" sz="2000" b="1" baseline="0" dirty="0"/>
                        <a:t>      </a:t>
                      </a:r>
                      <a:r>
                        <a:rPr lang="en-US" altLang="en-US" sz="2000" dirty="0"/>
                        <a:t>key</a:t>
                      </a:r>
                      <a:r>
                        <a:rPr lang="en-US" altLang="en-US" sz="2000" i="1" dirty="0"/>
                        <a:t> </a:t>
                      </a:r>
                      <a:r>
                        <a:rPr lang="en-US" altLang="en-US" sz="2000" b="1" i="0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A[j]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c</a:t>
                      </a:r>
                      <a:r>
                        <a:rPr lang="en-US" altLang="en-US" sz="2000" b="1" baseline="-25000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n-1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63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indent="-914400"/>
                      <a:r>
                        <a:rPr lang="en-US" sz="2000" dirty="0">
                          <a:latin typeface="+mn-lt"/>
                        </a:rPr>
                        <a:t>            </a:t>
                      </a:r>
                      <a:r>
                        <a:rPr lang="en-GB" sz="1800" b="1" dirty="0">
                          <a:solidFill>
                            <a:srgbClr val="000000"/>
                          </a:solidFill>
                          <a:latin typeface="+mn-lt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//</a:t>
                      </a:r>
                      <a:r>
                        <a:rPr lang="en-US" altLang="en-US" sz="2000" b="1" dirty="0">
                          <a:latin typeface="+mn-lt"/>
                        </a:rPr>
                        <a:t> </a:t>
                      </a:r>
                      <a:r>
                        <a:rPr lang="en-US" altLang="en-US" sz="2000" dirty="0">
                          <a:latin typeface="+mn-lt"/>
                        </a:rPr>
                        <a:t>Insert A[j] into the sorted                    </a:t>
                      </a:r>
                      <a:r>
                        <a:rPr lang="en-GB" altLang="en-US" sz="1800" b="1" dirty="0">
                          <a:solidFill>
                            <a:srgbClr val="000000"/>
                          </a:solidFill>
                          <a:latin typeface="+mn-lt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//</a:t>
                      </a:r>
                      <a:r>
                        <a:rPr lang="en-US" altLang="en-US" sz="2000" b="1" dirty="0">
                          <a:latin typeface="+mn-lt"/>
                        </a:rPr>
                        <a:t> </a:t>
                      </a:r>
                      <a:r>
                        <a:rPr lang="en-US" altLang="en-US" sz="2000" dirty="0">
                          <a:latin typeface="+mn-lt"/>
                        </a:rPr>
                        <a:t>sequence A[1..j-1]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</a:rPr>
                        <a:t>0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n-1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        </a:t>
                      </a:r>
                      <a:r>
                        <a:rPr lang="en-US" altLang="en-US" sz="2000" dirty="0" err="1"/>
                        <a:t>i</a:t>
                      </a:r>
                      <a:r>
                        <a:rPr lang="en-US" altLang="en-US" sz="2000" dirty="0"/>
                        <a:t> </a:t>
                      </a:r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lang="en-US" altLang="en-US" sz="2000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j – 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c</a:t>
                      </a:r>
                      <a:r>
                        <a:rPr lang="en-US" altLang="en-US" sz="2000" b="1" baseline="-25000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dirty="0"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n-1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           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While</a:t>
                      </a:r>
                      <a:r>
                        <a:rPr lang="en-US" altLang="en-US" sz="2000" b="1" i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dirty="0" err="1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i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&gt; 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0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and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A[</a:t>
                      </a:r>
                      <a:r>
                        <a:rPr lang="en-US" altLang="en-US" sz="2000" dirty="0" err="1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i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]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&gt; 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key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c</a:t>
                      </a:r>
                      <a:r>
                        <a:rPr lang="en-US" altLang="en-US" sz="2000" b="1" baseline="-25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5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 </a:t>
                      </a:r>
                      <a:r>
                        <a:rPr lang="en-US" altLang="en-US" sz="2000" b="1" baseline="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j=2 </a:t>
                      </a:r>
                      <a:r>
                        <a:rPr lang="en-US" altLang="en-US" sz="2000" b="1" dirty="0" err="1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baseline="-30000" dirty="0" err="1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j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                 </a:t>
                      </a:r>
                      <a:r>
                        <a:rPr lang="en-US" sz="2000" baseline="0" dirty="0">
                          <a:latin typeface="+mn-lt"/>
                        </a:rPr>
                        <a:t>    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A[i+1]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= 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A[</a:t>
                      </a:r>
                      <a:r>
                        <a:rPr lang="en-US" altLang="en-US" sz="2000" dirty="0" err="1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i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]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c</a:t>
                      </a:r>
                      <a:r>
                        <a:rPr lang="en-US" altLang="en-US" sz="2000" b="1" baseline="-25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6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 </a:t>
                      </a:r>
                      <a:r>
                        <a:rPr lang="en-US" altLang="en-US" sz="2000" b="1" baseline="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j=2 </a:t>
                      </a:r>
                      <a:r>
                        <a:rPr lang="en-US" altLang="en-US" sz="2000" b="1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b="1" dirty="0" err="1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baseline="-30000" dirty="0" err="1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j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b="1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- 1)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               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    </a:t>
                      </a:r>
                      <a:r>
                        <a:rPr lang="en-US" altLang="en-US" sz="2000" dirty="0" err="1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i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lang="en-US" altLang="en-US" sz="2000" b="1" baseline="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i-1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c</a:t>
                      </a:r>
                      <a:r>
                        <a:rPr lang="en-US" altLang="en-US" sz="2000" b="1" baseline="-25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7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 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 </a:t>
                      </a:r>
                      <a:r>
                        <a:rPr lang="en-US" altLang="en-US" sz="2000" b="1" baseline="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j=2 </a:t>
                      </a:r>
                      <a:r>
                        <a:rPr lang="en-US" altLang="en-US" sz="2000" b="1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b="1" dirty="0" err="1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baseline="-30000" dirty="0" err="1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j</a:t>
                      </a:r>
                      <a:r>
                        <a:rPr lang="en-US" altLang="en-US" sz="2000" b="1" baseline="-30000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2000" b="1" dirty="0">
                          <a:latin typeface="+mn-lt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- 1) 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             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A[i+1] </a:t>
                      </a:r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= </a:t>
                      </a:r>
                      <a:r>
                        <a:rPr lang="en-US" altLang="en-US" sz="2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key 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c</a:t>
                      </a:r>
                      <a:r>
                        <a:rPr lang="en-US" altLang="en-US" sz="2000" b="1" baseline="-25000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8 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latin typeface="+mn-lt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n-1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133601" y="5629870"/>
            <a:ext cx="86662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err="1"/>
              <a:t>i</a:t>
            </a:r>
            <a:r>
              <a:rPr lang="en-US" altLang="en-US" baseline="30000" dirty="0" err="1"/>
              <a:t>th</a:t>
            </a:r>
            <a:r>
              <a:rPr lang="en-US" altLang="en-US" dirty="0"/>
              <a:t> line takes time c</a:t>
            </a:r>
            <a:r>
              <a:rPr lang="en-US" altLang="en-US" baseline="-25000" dirty="0"/>
              <a:t>i </a:t>
            </a:r>
            <a:r>
              <a:rPr lang="en-US" altLang="en-US" dirty="0"/>
              <a:t> where c</a:t>
            </a:r>
            <a:r>
              <a:rPr lang="en-US" altLang="en-US" baseline="-25000" dirty="0"/>
              <a:t>i  </a:t>
            </a:r>
            <a:r>
              <a:rPr lang="en-US" altLang="en-US" dirty="0"/>
              <a:t>is a constant.</a:t>
            </a:r>
          </a:p>
          <a:p>
            <a:endParaRPr lang="en-US" altLang="en-US" dirty="0"/>
          </a:p>
          <a:p>
            <a:r>
              <a:rPr lang="en-US" altLang="en-US" dirty="0"/>
              <a:t>For each j=2,3,…,n ,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j</a:t>
            </a:r>
            <a:r>
              <a:rPr lang="en-US" altLang="en-US" dirty="0"/>
              <a:t> be the number of  times the while loop is executed for that value of 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94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Running Time(contd.)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05001"/>
            <a:ext cx="8650288" cy="4227513"/>
          </a:xfrm>
        </p:spPr>
        <p:txBody>
          <a:bodyPr>
            <a:normAutofit/>
          </a:bodyPr>
          <a:lstStyle/>
          <a:p>
            <a:pPr marL="609600" indent="-609600" algn="just"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T(n) = c</a:t>
            </a:r>
            <a:r>
              <a:rPr lang="en-US" altLang="en-US" baseline="-30000" dirty="0">
                <a:cs typeface="Times New Roman" panose="02020603050405020304" pitchFamily="18" charset="0"/>
              </a:rPr>
              <a:t>1 </a:t>
            </a:r>
            <a:r>
              <a:rPr lang="en-US" altLang="en-US" dirty="0">
                <a:cs typeface="Times New Roman" panose="02020603050405020304" pitchFamily="18" charset="0"/>
              </a:rPr>
              <a:t>n + c</a:t>
            </a:r>
            <a:r>
              <a:rPr lang="en-US" altLang="en-US" baseline="-30000" dirty="0">
                <a:cs typeface="Times New Roman" panose="02020603050405020304" pitchFamily="18" charset="0"/>
              </a:rPr>
              <a:t>2 </a:t>
            </a:r>
            <a:r>
              <a:rPr lang="en-US" altLang="en-US" dirty="0">
                <a:cs typeface="Times New Roman" panose="02020603050405020304" pitchFamily="18" charset="0"/>
              </a:rPr>
              <a:t>(n-1) + c</a:t>
            </a:r>
            <a:r>
              <a:rPr lang="en-US" altLang="en-US" baseline="-30000" dirty="0">
                <a:cs typeface="Times New Roman" panose="02020603050405020304" pitchFamily="18" charset="0"/>
              </a:rPr>
              <a:t>4 </a:t>
            </a:r>
            <a:r>
              <a:rPr lang="en-US" altLang="en-US" dirty="0">
                <a:cs typeface="Times New Roman" panose="02020603050405020304" pitchFamily="18" charset="0"/>
              </a:rPr>
              <a:t>(n-1) + c</a:t>
            </a:r>
            <a:r>
              <a:rPr lang="en-US" altLang="en-US" baseline="-30000" dirty="0">
                <a:cs typeface="Times New Roman" panose="02020603050405020304" pitchFamily="18" charset="0"/>
              </a:rPr>
              <a:t>5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aseline="30000" dirty="0" err="1">
                <a:cs typeface="Times New Roman" panose="02020603050405020304" pitchFamily="18" charset="0"/>
              </a:rPr>
              <a:t>n</a:t>
            </a:r>
            <a:r>
              <a:rPr lang="en-US" altLang="en-US" baseline="-30000" dirty="0" err="1">
                <a:cs typeface="Times New Roman" panose="02020603050405020304" pitchFamily="18" charset="0"/>
              </a:rPr>
              <a:t>j</a:t>
            </a:r>
            <a:r>
              <a:rPr lang="en-US" altLang="en-US" baseline="-30000" dirty="0">
                <a:cs typeface="Times New Roman" panose="02020603050405020304" pitchFamily="18" charset="0"/>
              </a:rPr>
              <a:t>=2  </a:t>
            </a:r>
            <a:r>
              <a:rPr lang="en-US" altLang="en-US" dirty="0" err="1">
                <a:cs typeface="Times New Roman" panose="02020603050405020304" pitchFamily="18" charset="0"/>
              </a:rPr>
              <a:t>t</a:t>
            </a:r>
            <a:r>
              <a:rPr lang="en-US" altLang="en-US" baseline="-30000" dirty="0" err="1">
                <a:cs typeface="Times New Roman" panose="02020603050405020304" pitchFamily="18" charset="0"/>
              </a:rPr>
              <a:t>j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</a:p>
          <a:p>
            <a:pPr marL="609600" indent="-609600" algn="just">
              <a:buNone/>
            </a:pPr>
            <a:r>
              <a:rPr lang="en-US" altLang="en-US" baseline="-30000" dirty="0">
                <a:cs typeface="Times New Roman" panose="02020603050405020304" pitchFamily="18" charset="0"/>
              </a:rPr>
              <a:t>                             </a:t>
            </a:r>
          </a:p>
          <a:p>
            <a:pPr marL="609600" indent="-609600" algn="just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           + c</a:t>
            </a:r>
            <a:r>
              <a:rPr lang="en-US" altLang="en-US" baseline="-30000" dirty="0">
                <a:cs typeface="Times New Roman" panose="02020603050405020304" pitchFamily="18" charset="0"/>
              </a:rPr>
              <a:t>6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aseline="30000" dirty="0">
                <a:cs typeface="Times New Roman" panose="02020603050405020304" pitchFamily="18" charset="0"/>
              </a:rPr>
              <a:t>n </a:t>
            </a:r>
            <a:r>
              <a:rPr lang="en-US" altLang="en-US" baseline="-30000" dirty="0">
                <a:cs typeface="Times New Roman" panose="02020603050405020304" pitchFamily="18" charset="0"/>
              </a:rPr>
              <a:t>j=2 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</a:t>
            </a:r>
            <a:r>
              <a:rPr lang="en-US" altLang="en-US" baseline="-30000" dirty="0" err="1">
                <a:cs typeface="Times New Roman" panose="02020603050405020304" pitchFamily="18" charset="0"/>
              </a:rPr>
              <a:t>j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 - 1) +</a:t>
            </a:r>
            <a:r>
              <a:rPr lang="en-US" altLang="en-US" baseline="-30000" dirty="0"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cs typeface="Times New Roman" panose="02020603050405020304" pitchFamily="18" charset="0"/>
              </a:rPr>
              <a:t>c</a:t>
            </a:r>
            <a:r>
              <a:rPr lang="en-US" altLang="en-US" baseline="-30000" dirty="0">
                <a:cs typeface="Times New Roman" panose="02020603050405020304" pitchFamily="18" charset="0"/>
              </a:rPr>
              <a:t>7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aseline="30000" dirty="0">
                <a:cs typeface="Times New Roman" panose="02020603050405020304" pitchFamily="18" charset="0"/>
              </a:rPr>
              <a:t>n </a:t>
            </a:r>
            <a:r>
              <a:rPr lang="en-US" altLang="en-US" baseline="-30000" dirty="0">
                <a:cs typeface="Times New Roman" panose="02020603050405020304" pitchFamily="18" charset="0"/>
              </a:rPr>
              <a:t>j=2 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</a:t>
            </a:r>
            <a:r>
              <a:rPr lang="en-US" altLang="en-US" baseline="-30000" dirty="0" err="1">
                <a:cs typeface="Times New Roman" panose="02020603050405020304" pitchFamily="18" charset="0"/>
              </a:rPr>
              <a:t>j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 - 1) </a:t>
            </a:r>
            <a:r>
              <a:rPr lang="en-US" altLang="en-US" baseline="-30000" dirty="0">
                <a:cs typeface="Times New Roman" panose="02020603050405020304" pitchFamily="18" charset="0"/>
              </a:rPr>
              <a:t>+</a:t>
            </a:r>
            <a:r>
              <a:rPr lang="en-US" altLang="en-US" dirty="0">
                <a:cs typeface="Times New Roman" panose="02020603050405020304" pitchFamily="18" charset="0"/>
              </a:rPr>
              <a:t>  	c</a:t>
            </a:r>
            <a:r>
              <a:rPr lang="en-US" altLang="en-US" baseline="-30000" dirty="0">
                <a:cs typeface="Times New Roman" panose="02020603050405020304" pitchFamily="18" charset="0"/>
              </a:rPr>
              <a:t>8</a:t>
            </a:r>
            <a:r>
              <a:rPr lang="en-US" altLang="en-US" dirty="0">
                <a:cs typeface="Times New Roman" panose="02020603050405020304" pitchFamily="18" charset="0"/>
              </a:rPr>
              <a:t>(n-1) </a:t>
            </a:r>
          </a:p>
          <a:p>
            <a:pPr marL="609600" indent="-609600" algn="just"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609600" indent="-609600" algn="just"/>
            <a:r>
              <a:rPr lang="en-US" altLang="en-US" sz="2400" dirty="0">
                <a:cs typeface="Times New Roman" panose="02020603050405020304" pitchFamily="18" charset="0"/>
              </a:rPr>
              <a:t>Best Case (Array is in sorted order)</a:t>
            </a:r>
          </a:p>
          <a:p>
            <a:pPr marL="0" indent="0" algn="just"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    	-	T(n)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an+b</a:t>
            </a:r>
            <a:r>
              <a:rPr lang="en-US" altLang="en-US" sz="2400" dirty="0"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         	</a:t>
            </a:r>
          </a:p>
          <a:p>
            <a:pPr marL="609600" indent="-609600" algn="just"/>
            <a:r>
              <a:rPr lang="en-US" altLang="en-US" sz="2400" dirty="0">
                <a:cs typeface="Times New Roman" panose="02020603050405020304" pitchFamily="18" charset="0"/>
              </a:rPr>
              <a:t>Worst Case (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Array is in reverse sorted order)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-	T(n)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 cn</a:t>
            </a:r>
            <a:r>
              <a:rPr lang="en-US" altLang="en-US" sz="2400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sz="2400" dirty="0" err="1">
                <a:cs typeface="Times New Roman" panose="02020603050405020304" pitchFamily="18" charset="0"/>
                <a:sym typeface="Symbol" panose="05050102010706020507" pitchFamily="18" charset="2"/>
              </a:rPr>
              <a:t>dn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+ e   </a:t>
            </a:r>
          </a:p>
          <a:p>
            <a:pPr marL="0" indent="0" algn="just">
              <a:buNone/>
            </a:pPr>
            <a:endParaRPr lang="en-US" altLang="en-US" sz="24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algn="just"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A3BBE0-09D2-434E-90AB-A5942EEB3E29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92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uiExpand="1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cs typeface="Times New Roman" panose="02020603050405020304" pitchFamily="18" charset="0"/>
              </a:rPr>
              <a:t>Worst Case T(n) </a:t>
            </a:r>
            <a:r>
              <a:rPr lang="en-US" altLang="en-US" sz="4000">
                <a:cs typeface="Times New Roman" panose="02020603050405020304" pitchFamily="18" charset="0"/>
                <a:sym typeface="Symbol" panose="05050102010706020507" pitchFamily="18" charset="2"/>
              </a:rPr>
              <a:t>cn</a:t>
            </a:r>
            <a:r>
              <a:rPr lang="en-US" altLang="en-US" sz="4000" baseline="30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4000">
                <a:cs typeface="Times New Roman" panose="02020603050405020304" pitchFamily="18" charset="0"/>
                <a:sym typeface="Symbol" panose="05050102010706020507" pitchFamily="18" charset="2"/>
              </a:rPr>
              <a:t> + dn + e</a:t>
            </a:r>
            <a:endParaRPr lang="en-US" altLang="en-US" sz="4000">
              <a:cs typeface="Times New Roman" panose="02020603050405020304" pitchFamily="18" charset="0"/>
            </a:endParaRP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954AAF-FC7C-4C94-8C7A-6031C2A0B51F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3687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828800"/>
            <a:ext cx="6916738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4689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286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cs typeface="Times New Roman" panose="02020603050405020304" pitchFamily="18" charset="0"/>
              </a:rPr>
              <a:t>Worst Case T(n) </a:t>
            </a:r>
            <a:r>
              <a:rPr lang="en-US" altLang="en-US" sz="4000">
                <a:cs typeface="Times New Roman" panose="02020603050405020304" pitchFamily="18" charset="0"/>
                <a:sym typeface="Symbol" panose="05050102010706020507" pitchFamily="18" charset="2"/>
              </a:rPr>
              <a:t>cn</a:t>
            </a:r>
            <a:r>
              <a:rPr lang="en-US" altLang="en-US" sz="4000" baseline="30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4000">
                <a:cs typeface="Times New Roman" panose="02020603050405020304" pitchFamily="18" charset="0"/>
                <a:sym typeface="Symbol" panose="05050102010706020507" pitchFamily="18" charset="2"/>
              </a:rPr>
              <a:t> + dn + e</a:t>
            </a:r>
            <a:endParaRPr lang="en-US" altLang="en-US" sz="4000">
              <a:cs typeface="Times New Roman" panose="02020603050405020304" pitchFamily="18" charset="0"/>
            </a:endParaRPr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B60AFE-3AC9-4B56-96C8-5F9603168684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3789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76401"/>
            <a:ext cx="7888288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257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57200"/>
            <a:ext cx="7793038" cy="1143000"/>
          </a:xfrm>
        </p:spPr>
        <p:txBody>
          <a:bodyPr/>
          <a:lstStyle/>
          <a:p>
            <a:pPr algn="ctr" eaLnBrk="1" hangingPunct="1"/>
            <a:r>
              <a:rPr lang="en-US" altLang="en-US"/>
              <a:t>Asymptotic Notations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05000"/>
            <a:ext cx="7772400" cy="133508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RAM Model has some problems.</a:t>
            </a:r>
          </a:p>
          <a:p>
            <a:pPr eaLnBrk="1" hangingPunct="1"/>
            <a:r>
              <a:rPr lang="en-US" altLang="en-US" sz="2400" dirty="0"/>
              <a:t>Exact analysis is very complicated.</a:t>
            </a:r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2A2B23-B2E2-4E31-89C1-7FC6B82D7837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334419" y="3429001"/>
            <a:ext cx="8104981" cy="232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400" dirty="0">
                <a:latin typeface="+mn-lt"/>
              </a:rPr>
              <a:t>Therefore we move to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asymptotic notation</a:t>
            </a: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ct val="50000"/>
              </a:spcBef>
              <a:buSzTx/>
              <a:buFontTx/>
              <a:buChar char="•"/>
            </a:pPr>
            <a:r>
              <a:rPr lang="en-US" altLang="en-US" sz="2400" dirty="0">
                <a:latin typeface="+mn-lt"/>
              </a:rPr>
              <a:t>Here we focus on determining the biggest term in the complexity function.</a:t>
            </a:r>
          </a:p>
          <a:p>
            <a:pPr eaLnBrk="1" hangingPunct="1">
              <a:spcBef>
                <a:spcPct val="50000"/>
              </a:spcBef>
              <a:buSzTx/>
              <a:buFontTx/>
              <a:buChar char="•"/>
            </a:pPr>
            <a:r>
              <a:rPr lang="en-US" altLang="en-US" sz="2400" dirty="0">
                <a:latin typeface="+mn-lt"/>
              </a:rPr>
              <a:t>Sufficiently large size of n.</a:t>
            </a:r>
          </a:p>
        </p:txBody>
      </p:sp>
    </p:spTree>
    <p:extLst>
      <p:ext uri="{BB962C8B-B14F-4D97-AF65-F5344CB8AC3E}">
        <p14:creationId xmlns:p14="http://schemas.microsoft.com/office/powerpoint/2010/main" val="275223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  <p:bldP spid="430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Asymptotic Notations(Contd.)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2706688" y="2017714"/>
            <a:ext cx="7772400" cy="725487"/>
          </a:xfrm>
        </p:spPr>
        <p:txBody>
          <a:bodyPr/>
          <a:lstStyle/>
          <a:p>
            <a:pPr eaLnBrk="1" hangingPunct="1"/>
            <a:r>
              <a:rPr lang="en-US" altLang="en-US"/>
              <a:t>There are three notations.</a:t>
            </a:r>
          </a:p>
        </p:txBody>
      </p:sp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5855AA-C6BF-4AF4-B09C-69D3D0D12F7E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3810000" y="3200400"/>
            <a:ext cx="2971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latin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O - Notation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 </a:t>
            </a:r>
            <a:r>
              <a:rPr lang="en-US" altLang="en-US" sz="2400" b="1">
                <a:latin typeface="Tahoma" panose="020B0604030504040204" pitchFamily="34" charset="0"/>
                <a:cs typeface="Times New Roman" panose="02020603050405020304" pitchFamily="18" charset="0"/>
              </a:rPr>
              <a:t>- Notation</a:t>
            </a:r>
            <a:r>
              <a:rPr lang="en-US" altLang="en-US" sz="2400" b="1">
                <a:latin typeface="Tahoma" panose="020B0604030504040204" pitchFamily="34" charset="0"/>
              </a:rPr>
              <a:t>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en-US" sz="2400" b="1">
                <a:latin typeface="Tahoma" panose="020B0604030504040204" pitchFamily="34" charset="0"/>
                <a:cs typeface="Times New Roman" panose="02020603050405020304" pitchFamily="18" charset="0"/>
              </a:rPr>
              <a:t> - Notation </a:t>
            </a:r>
          </a:p>
        </p:txBody>
      </p:sp>
    </p:spTree>
    <p:extLst>
      <p:ext uri="{BB962C8B-B14F-4D97-AF65-F5344CB8AC3E}">
        <p14:creationId xmlns:p14="http://schemas.microsoft.com/office/powerpoint/2010/main" val="1386089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Big O - Notation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28801"/>
            <a:ext cx="8497888" cy="4459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Introduced by Paul </a:t>
            </a:r>
            <a:r>
              <a:rPr lang="en-US" altLang="en-US" sz="2000" dirty="0" err="1">
                <a:cs typeface="Times New Roman" panose="02020603050405020304" pitchFamily="18" charset="0"/>
              </a:rPr>
              <a:t>Bechman</a:t>
            </a:r>
            <a:r>
              <a:rPr lang="en-US" altLang="en-US" sz="2000" dirty="0">
                <a:cs typeface="Times New Roman" panose="02020603050405020304" pitchFamily="18" charset="0"/>
              </a:rPr>
              <a:t> in 1892.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We use Big O-notation to give an upper bound on a function.</a:t>
            </a:r>
          </a:p>
          <a:p>
            <a:pPr marL="0" indent="0"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Definition</a:t>
            </a:r>
            <a:r>
              <a:rPr lang="en-US" altLang="en-US" sz="2400" dirty="0"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	O(g(n))  = { f(n) : there exist positive constants c  and n</a:t>
            </a:r>
            <a:r>
              <a:rPr lang="en-US" altLang="en-US" sz="2400" baseline="-25000" dirty="0">
                <a:cs typeface="Times New Roman" panose="02020603050405020304" pitchFamily="18" charset="0"/>
              </a:rPr>
              <a:t>o</a:t>
            </a:r>
            <a:r>
              <a:rPr lang="en-US" altLang="en-US" sz="2400" dirty="0">
                <a:cs typeface="Times New Roman" panose="02020603050405020304" pitchFamily="18" charset="0"/>
              </a:rPr>
              <a:t> such that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      0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f(n)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cg(n) for all n 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en-US" sz="2400" dirty="0">
                <a:cs typeface="Times New Roman" panose="02020603050405020304" pitchFamily="18" charset="0"/>
              </a:rPr>
              <a:t> n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o</a:t>
            </a:r>
            <a:r>
              <a:rPr lang="en-US" altLang="en-US" sz="2400" dirty="0">
                <a:cs typeface="Times New Roman" panose="02020603050405020304" pitchFamily="18" charset="0"/>
              </a:rPr>
              <a:t>}.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1BBECB-DA9E-4F47-9FF9-F83F40333694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6" y="3790950"/>
            <a:ext cx="3724275" cy="2838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52651" y="4378682"/>
            <a:ext cx="4248151" cy="2114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dirty="0" err="1">
                <a:cs typeface="Times New Roman" panose="02020603050405020304" pitchFamily="18" charset="0"/>
              </a:rPr>
              <a:t>Eg</a:t>
            </a:r>
            <a:r>
              <a:rPr lang="en-US" altLang="en-US" dirty="0">
                <a:cs typeface="Times New Roman" panose="02020603050405020304" pitchFamily="18" charset="0"/>
              </a:rPr>
              <a:t>: What is the big O value of f(n)=2n + 6 ?</a:t>
            </a:r>
          </a:p>
          <a:p>
            <a:pPr algn="just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      	c  =  4 </a:t>
            </a:r>
          </a:p>
          <a:p>
            <a:pPr algn="just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       	n</a:t>
            </a:r>
            <a:r>
              <a:rPr lang="en-US" altLang="en-US" baseline="-25000" dirty="0">
                <a:cs typeface="Times New Roman" panose="02020603050405020304" pitchFamily="18" charset="0"/>
              </a:rPr>
              <a:t>o</a:t>
            </a:r>
            <a:r>
              <a:rPr lang="en-US" altLang="en-US" dirty="0">
                <a:cs typeface="Times New Roman" panose="02020603050405020304" pitchFamily="18" charset="0"/>
              </a:rPr>
              <a:t> = 3</a:t>
            </a:r>
          </a:p>
          <a:p>
            <a:pPr algn="just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      	 </a:t>
            </a:r>
          </a:p>
          <a:p>
            <a:pPr algn="just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g(n)=n   therefore   </a:t>
            </a:r>
          </a:p>
          <a:p>
            <a:pPr algn="just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     f(n)  = 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17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n-US"/>
              <a:t>Back to the example</a:t>
            </a:r>
          </a:p>
        </p:txBody>
      </p:sp>
      <p:sp>
        <p:nvSpPr>
          <p:cNvPr id="48134" name="Rectangle 4"/>
          <p:cNvSpPr>
            <a:spLocks noGrp="1" noChangeArrowheads="1"/>
          </p:cNvSpPr>
          <p:nvPr>
            <p:ph idx="1"/>
          </p:nvPr>
        </p:nvSpPr>
        <p:spPr>
          <a:xfrm>
            <a:off x="1752600" y="1778000"/>
            <a:ext cx="4229100" cy="4572000"/>
          </a:xfrm>
          <a:noFill/>
        </p:spPr>
        <p:txBody>
          <a:bodyPr/>
          <a:lstStyle/>
          <a:p>
            <a:pPr eaLnBrk="1" hangingPunct="1"/>
            <a:r>
              <a:rPr lang="en-AU" altLang="en-US" sz="2000" dirty="0"/>
              <a:t>Alternative calculation:</a:t>
            </a:r>
          </a:p>
          <a:p>
            <a:pPr eaLnBrk="1" hangingPunct="1"/>
            <a:endParaRPr lang="en-AU" altLang="en-US" dirty="0"/>
          </a:p>
          <a:p>
            <a:pPr eaLnBrk="1" hangingPunct="1"/>
            <a:endParaRPr lang="en-AU" altLang="en-US" dirty="0"/>
          </a:p>
        </p:txBody>
      </p:sp>
      <p:sp>
        <p:nvSpPr>
          <p:cNvPr id="481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050B4F-56ED-442B-84A9-7A035E75F3D9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48144" name="Text Box 14"/>
          <p:cNvSpPr txBox="1">
            <a:spLocks noChangeArrowheads="1"/>
          </p:cNvSpPr>
          <p:nvPr/>
        </p:nvSpPr>
        <p:spPr bwMode="auto">
          <a:xfrm>
            <a:off x="2351088" y="4114800"/>
            <a:ext cx="76327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400" i="1" dirty="0">
                <a:latin typeface="Times New Roman" panose="02020603050405020304" pitchFamily="18" charset="0"/>
              </a:rPr>
              <a:t>T</a:t>
            </a:r>
            <a:r>
              <a:rPr lang="en-AU" altLang="en-US" sz="2400" dirty="0">
                <a:latin typeface="Times New Roman" panose="02020603050405020304" pitchFamily="18" charset="0"/>
              </a:rPr>
              <a:t>(</a:t>
            </a:r>
            <a:r>
              <a:rPr lang="en-AU" altLang="en-US" sz="2400" i="1" dirty="0">
                <a:latin typeface="Times New Roman" panose="02020603050405020304" pitchFamily="18" charset="0"/>
              </a:rPr>
              <a:t>n</a:t>
            </a:r>
            <a:r>
              <a:rPr lang="en-AU" altLang="en-US" sz="2400" dirty="0">
                <a:latin typeface="Times New Roman" panose="02020603050405020304" pitchFamily="18" charset="0"/>
              </a:rPr>
              <a:t>) = 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1 </a:t>
            </a:r>
            <a:r>
              <a:rPr lang="en-AU" altLang="en-US" sz="2400" dirty="0">
                <a:latin typeface="Times New Roman" panose="02020603050405020304" pitchFamily="18" charset="0"/>
              </a:rPr>
              <a:t>+ 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400" dirty="0">
                <a:latin typeface="Times New Roman" panose="02020603050405020304" pitchFamily="18" charset="0"/>
              </a:rPr>
              <a:t> (</a:t>
            </a:r>
            <a:r>
              <a:rPr lang="en-AU" altLang="en-US" sz="2400" i="1" dirty="0">
                <a:latin typeface="Times New Roman" panose="02020603050405020304" pitchFamily="18" charset="0"/>
              </a:rPr>
              <a:t>n</a:t>
            </a:r>
            <a:r>
              <a:rPr lang="en-AU" altLang="en-US" sz="2400" dirty="0">
                <a:latin typeface="Times New Roman" panose="02020603050405020304" pitchFamily="18" charset="0"/>
              </a:rPr>
              <a:t>+1) +  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3 </a:t>
            </a:r>
            <a:r>
              <a:rPr lang="en-AU" altLang="en-US" sz="2400" i="1" dirty="0">
                <a:latin typeface="Times New Roman" panose="02020603050405020304" pitchFamily="18" charset="0"/>
              </a:rPr>
              <a:t>n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        = (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400" dirty="0">
                <a:latin typeface="Times New Roman" panose="02020603050405020304" pitchFamily="18" charset="0"/>
              </a:rPr>
              <a:t> + 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400" dirty="0">
                <a:latin typeface="Times New Roman" panose="02020603050405020304" pitchFamily="18" charset="0"/>
              </a:rPr>
              <a:t>) + (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400" dirty="0">
                <a:latin typeface="Times New Roman" panose="02020603050405020304" pitchFamily="18" charset="0"/>
              </a:rPr>
              <a:t> + 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3</a:t>
            </a:r>
            <a:r>
              <a:rPr lang="en-AU" altLang="en-US" sz="2400" dirty="0">
                <a:latin typeface="Times New Roman" panose="02020603050405020304" pitchFamily="18" charset="0"/>
              </a:rPr>
              <a:t>) </a:t>
            </a:r>
            <a:r>
              <a:rPr lang="en-AU" altLang="en-US" sz="2400" i="1" dirty="0">
                <a:latin typeface="Times New Roman" panose="02020603050405020304" pitchFamily="18" charset="0"/>
              </a:rPr>
              <a:t>n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        = </a:t>
            </a:r>
            <a:r>
              <a:rPr lang="en-AU" altLang="en-US" sz="2400" i="1" dirty="0">
                <a:latin typeface="Times New Roman" panose="02020603050405020304" pitchFamily="18" charset="0"/>
              </a:rPr>
              <a:t>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4</a:t>
            </a:r>
            <a:r>
              <a:rPr lang="en-AU" altLang="en-US" sz="2400" dirty="0">
                <a:latin typeface="Times New Roman" panose="02020603050405020304" pitchFamily="18" charset="0"/>
              </a:rPr>
              <a:t> + c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5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i="1" dirty="0">
                <a:latin typeface="Times New Roman" panose="02020603050405020304" pitchFamily="18" charset="0"/>
              </a:rPr>
              <a:t>n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8145" name="Text Box 15"/>
          <p:cNvSpPr txBox="1">
            <a:spLocks noChangeArrowheads="1"/>
          </p:cNvSpPr>
          <p:nvPr/>
        </p:nvSpPr>
        <p:spPr bwMode="auto">
          <a:xfrm>
            <a:off x="4648200" y="5257800"/>
            <a:ext cx="146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AU" altLang="en-US" sz="2400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AU" altLang="en-US" sz="24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(n)</a:t>
            </a:r>
            <a:endParaRPr lang="en-AU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6" name="Text Box 16"/>
          <p:cNvSpPr txBox="1">
            <a:spLocks noChangeArrowheads="1"/>
          </p:cNvSpPr>
          <p:nvPr/>
        </p:nvSpPr>
        <p:spPr bwMode="auto">
          <a:xfrm>
            <a:off x="2295314" y="5997729"/>
            <a:ext cx="7508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dirty="0">
                <a:latin typeface="+mn-lt"/>
              </a:rPr>
              <a:t>Proof: </a:t>
            </a:r>
            <a:r>
              <a:rPr lang="en-AU" altLang="en-US" sz="2400" i="1" dirty="0">
                <a:latin typeface="+mn-lt"/>
              </a:rPr>
              <a:t>c</a:t>
            </a:r>
            <a:r>
              <a:rPr lang="en-AU" altLang="en-US" sz="2400" baseline="-25000" dirty="0">
                <a:latin typeface="+mn-lt"/>
              </a:rPr>
              <a:t>4</a:t>
            </a:r>
            <a:r>
              <a:rPr lang="en-AU" altLang="en-US" sz="2400" dirty="0">
                <a:latin typeface="+mn-lt"/>
              </a:rPr>
              <a:t> + </a:t>
            </a:r>
            <a:r>
              <a:rPr lang="en-AU" altLang="en-US" sz="2400" i="1" dirty="0">
                <a:latin typeface="+mn-lt"/>
              </a:rPr>
              <a:t>c</a:t>
            </a:r>
            <a:r>
              <a:rPr lang="en-AU" altLang="en-US" sz="2400" baseline="-25000" dirty="0">
                <a:latin typeface="+mn-lt"/>
              </a:rPr>
              <a:t>5</a:t>
            </a:r>
            <a:r>
              <a:rPr lang="en-AU" altLang="en-US" sz="2400" dirty="0">
                <a:latin typeface="+mn-lt"/>
              </a:rPr>
              <a:t> </a:t>
            </a:r>
            <a:r>
              <a:rPr lang="en-AU" altLang="en-US" sz="2400" i="1" dirty="0">
                <a:latin typeface="+mn-lt"/>
              </a:rPr>
              <a:t>n</a:t>
            </a:r>
            <a:r>
              <a:rPr lang="en-AU" altLang="en-US" sz="2400" dirty="0">
                <a:latin typeface="+mn-lt"/>
              </a:rPr>
              <a:t> </a:t>
            </a:r>
            <a:r>
              <a:rPr lang="en-AU" altLang="en-US" sz="2400" dirty="0">
                <a:latin typeface="+mn-lt"/>
                <a:cs typeface="Times New Roman" panose="02020603050405020304" pitchFamily="18" charset="0"/>
              </a:rPr>
              <a:t>≤ </a:t>
            </a:r>
            <a:r>
              <a:rPr lang="en-AU" altLang="en-US" sz="2400" i="1" dirty="0">
                <a:latin typeface="+mn-lt"/>
                <a:cs typeface="Times New Roman" panose="02020603050405020304" pitchFamily="18" charset="0"/>
              </a:rPr>
              <a:t>c</a:t>
            </a:r>
            <a:r>
              <a:rPr lang="en-AU" altLang="en-US" sz="2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altLang="en-US" sz="2400" i="1" dirty="0">
                <a:latin typeface="+mn-lt"/>
                <a:cs typeface="Times New Roman" panose="02020603050405020304" pitchFamily="18" charset="0"/>
              </a:rPr>
              <a:t>n</a:t>
            </a:r>
            <a:r>
              <a:rPr lang="en-AU" altLang="en-US" sz="2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 TRUE for </a:t>
            </a:r>
            <a:r>
              <a:rPr lang="en-AU" altLang="en-US" sz="2400" i="1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AU" altLang="en-US" sz="2400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≥1 and </a:t>
            </a:r>
            <a:r>
              <a:rPr lang="en-AU" altLang="en-US" sz="2400" i="1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AU" altLang="en-US" sz="2400" dirty="0">
                <a:latin typeface="+mn-lt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AU" altLang="en-US" sz="2400" dirty="0">
                <a:latin typeface="+mn-lt"/>
                <a:sym typeface="Wingdings" panose="05000000000000000000" pitchFamily="2" charset="2"/>
              </a:rPr>
              <a:t>≥ </a:t>
            </a:r>
            <a:r>
              <a:rPr lang="en-AU" altLang="en-US" sz="2400" i="1" dirty="0">
                <a:latin typeface="+mn-lt"/>
              </a:rPr>
              <a:t>c</a:t>
            </a:r>
            <a:r>
              <a:rPr lang="en-AU" altLang="en-US" sz="2400" baseline="-25000" dirty="0">
                <a:latin typeface="+mn-lt"/>
              </a:rPr>
              <a:t>4 </a:t>
            </a:r>
            <a:r>
              <a:rPr lang="en-AU" altLang="en-US" sz="2400" dirty="0">
                <a:latin typeface="+mn-lt"/>
              </a:rPr>
              <a:t>+ </a:t>
            </a:r>
            <a:r>
              <a:rPr lang="en-AU" altLang="en-US" sz="2400" i="1" dirty="0">
                <a:latin typeface="+mn-lt"/>
              </a:rPr>
              <a:t>c</a:t>
            </a:r>
            <a:r>
              <a:rPr lang="en-AU" altLang="en-US" sz="2400" baseline="-25000" dirty="0">
                <a:latin typeface="+mn-lt"/>
              </a:rPr>
              <a:t>5</a:t>
            </a:r>
            <a:r>
              <a:rPr lang="en-AU" altLang="en-US" sz="2000" dirty="0">
                <a:latin typeface="+mn-lt"/>
              </a:rPr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475201"/>
              </p:ext>
            </p:extLst>
          </p:nvPr>
        </p:nvGraphicFramePr>
        <p:xfrm>
          <a:off x="2838188" y="2210222"/>
          <a:ext cx="6966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AU" altLang="en-US" sz="2400" b="1" dirty="0">
                          <a:latin typeface="+mn-lt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altLang="en-US" sz="2400" b="1" dirty="0">
                          <a:latin typeface="+mn-lt"/>
                        </a:rPr>
                        <a:t>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sum </a:t>
                      </a:r>
                      <a:r>
                        <a:rPr lang="en-US" sz="2400" dirty="0">
                          <a:sym typeface="Wingdings" panose="05000000000000000000" pitchFamily="2" charset="2"/>
                        </a:rPr>
                        <a:t>= 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AU" altLang="en-US" sz="2400" i="1" dirty="0">
                          <a:latin typeface="+mn-lt"/>
                        </a:rPr>
                        <a:t>c</a:t>
                      </a:r>
                      <a:r>
                        <a:rPr lang="en-AU" altLang="en-US" sz="2400" baseline="-25000" dirty="0">
                          <a:latin typeface="+mn-lt"/>
                        </a:rPr>
                        <a:t>1</a:t>
                      </a:r>
                      <a:endParaRPr lang="en-AU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for </a:t>
                      </a:r>
                      <a:r>
                        <a:rPr lang="en-US" sz="2400" i="1" dirty="0" err="1"/>
                        <a:t>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>
                          <a:sym typeface="Wingdings" panose="05000000000000000000" pitchFamily="2" charset="2"/>
                        </a:rPr>
                        <a:t>= 1 to </a:t>
                      </a:r>
                      <a:r>
                        <a:rPr lang="en-US" sz="2400" i="1" dirty="0">
                          <a:sym typeface="Wingdings" panose="05000000000000000000" pitchFamily="2" charset="2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altLang="en-US" sz="2400" i="1" dirty="0">
                          <a:latin typeface="+mn-lt"/>
                        </a:rPr>
                        <a:t>c</a:t>
                      </a:r>
                      <a:r>
                        <a:rPr lang="en-AU" altLang="en-US" sz="2400" baseline="-25000" dirty="0">
                          <a:latin typeface="+mn-lt"/>
                        </a:rPr>
                        <a:t>2</a:t>
                      </a:r>
                      <a:endParaRPr lang="en-AU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altLang="en-US" sz="2400" i="1" dirty="0">
                          <a:latin typeface="+mn-lt"/>
                        </a:rPr>
                        <a:t>n</a:t>
                      </a:r>
                      <a:r>
                        <a:rPr lang="en-AU" altLang="en-US" sz="2400" dirty="0">
                          <a:latin typeface="+mn-lt"/>
                        </a:rPr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        </a:t>
                      </a:r>
                      <a:r>
                        <a:rPr lang="en-US" sz="2400" dirty="0">
                          <a:sym typeface="Wingdings" panose="05000000000000000000" pitchFamily="2" charset="2"/>
                        </a:rPr>
                        <a:t>sum = sum + A[</a:t>
                      </a:r>
                      <a:r>
                        <a:rPr lang="en-US" sz="2400" i="1" dirty="0" err="1"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sz="2400" dirty="0">
                          <a:sym typeface="Wingdings" panose="05000000000000000000" pitchFamily="2" charset="2"/>
                        </a:rPr>
                        <a:t>]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altLang="en-US" sz="2400" i="1" dirty="0">
                          <a:latin typeface="+mn-lt"/>
                        </a:rPr>
                        <a:t>c</a:t>
                      </a:r>
                      <a:r>
                        <a:rPr lang="en-AU" altLang="en-US" sz="2400" baseline="-25000" dirty="0">
                          <a:latin typeface="+mn-lt"/>
                        </a:rPr>
                        <a:t>3</a:t>
                      </a:r>
                      <a:endParaRPr lang="en-AU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AU" altLang="en-US" sz="2400" i="1" dirty="0">
                          <a:latin typeface="+mn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964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Big O – Notation(Contd.)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2590800" y="19812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Assignment (s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= 1</a:t>
            </a:r>
            <a:r>
              <a:rPr lang="en-US" altLang="en-US" sz="24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Addition (s+1)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Multiplication (s*2)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Comparison (S&lt;10)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2D296C-3032-41B4-B824-F44A1F6760AA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88078" name="Text Box 14"/>
          <p:cNvSpPr txBox="1">
            <a:spLocks noChangeArrowheads="1"/>
          </p:cNvSpPr>
          <p:nvPr/>
        </p:nvSpPr>
        <p:spPr bwMode="auto">
          <a:xfrm>
            <a:off x="6934200" y="28956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280363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Question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Find the Big O value for following fragment of code.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   for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= 1 to 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            for j = 1 to </a:t>
            </a:r>
            <a:r>
              <a:rPr lang="en-US" altLang="en-US" sz="2400" dirty="0" err="1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endParaRPr lang="en-US" altLang="en-US" sz="2400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                    Print j</a:t>
            </a:r>
          </a:p>
        </p:txBody>
      </p:sp>
      <p:sp>
        <p:nvSpPr>
          <p:cNvPr id="450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41BBA1-D461-4DF3-B893-9E9F5586E1DF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7162800" y="3200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O(n</a:t>
            </a:r>
            <a:r>
              <a:rPr lang="en-US" altLang="en-US" sz="2400" baseline="30000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831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304800"/>
            <a:ext cx="7793037" cy="114300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Graphs of functions 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43014" name="Rectangle 3"/>
          <p:cNvSpPr>
            <a:spLocks noGrp="1" noChangeArrowheads="1" noTextEdit="1"/>
          </p:cNvSpPr>
          <p:nvPr>
            <p:ph type="dgm" idx="1"/>
          </p:nvPr>
        </p:nvSpPr>
        <p:spPr>
          <a:xfrm>
            <a:off x="2590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B37337-B713-49BA-93A9-CCE6EEFF2CDD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43015" name="Picture 5" descr="summa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4000"/>
            <a:ext cx="8001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7288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F39683-025D-4BFC-ACEE-6EA31DD4DE65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44037" name="tabl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79550"/>
            <a:ext cx="8497888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5028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Big O – Notation(Contd.)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Find the Big O value for the following functions.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 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)  T(n)= 3 +5n + 3n</a:t>
            </a:r>
            <a:r>
              <a:rPr lang="en-US" altLang="en-US" sz="2400" baseline="30000" dirty="0"/>
              <a:t>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 (ii)  f(n)= 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 + 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+8n +7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 (iii) T(n)= n + </a:t>
            </a:r>
            <a:r>
              <a:rPr lang="en-US" altLang="en-US" sz="2400" dirty="0" err="1"/>
              <a:t>logn</a:t>
            </a:r>
            <a:r>
              <a:rPr lang="en-US" altLang="en-US" sz="2400" dirty="0"/>
              <a:t> +6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Answers: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  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) O(n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  (ii) O(2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  (iii) O(n)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471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BE8B16-E9FC-4E14-AE43-45E06612AC25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78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uiExpand="1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7793038" cy="9906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4000" dirty="0">
                <a:latin typeface="+mn-lt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en-US" sz="4000" dirty="0">
                <a:latin typeface="+mn-lt"/>
                <a:cs typeface="Times New Roman" panose="02020603050405020304" pitchFamily="18" charset="0"/>
              </a:rPr>
              <a:t> - Notation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Provides the lower bound of the function.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b="1" dirty="0"/>
              <a:t>Definition: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   </a:t>
            </a:r>
            <a:r>
              <a:rPr lang="en-US" altLang="en-US" sz="2400" dirty="0">
                <a:cs typeface="Times New Roman" panose="02020603050405020304" pitchFamily="18" charset="0"/>
              </a:rPr>
              <a:t>(g(n)) = { f(n) : there exist positive constants c and n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cs typeface="Times New Roman" panose="02020603050405020304" pitchFamily="18" charset="0"/>
              </a:rPr>
              <a:t>  such that              0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cg(n)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f(n) for all n 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en-US" sz="2400" dirty="0">
                <a:cs typeface="Times New Roman" panose="02020603050405020304" pitchFamily="18" charset="0"/>
              </a:rPr>
              <a:t> n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o</a:t>
            </a:r>
            <a:r>
              <a:rPr lang="en-US" altLang="en-US" sz="2400" dirty="0">
                <a:cs typeface="Times New Roman" panose="02020603050405020304" pitchFamily="18" charset="0"/>
              </a:rPr>
              <a:t>} 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aseline="-30000" dirty="0"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</a:t>
            </a:r>
            <a:endParaRPr lang="en-US" altLang="en-US" sz="2000" dirty="0"/>
          </a:p>
        </p:txBody>
      </p:sp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73633F-584A-4B3C-B848-651E05042E0B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6" y="3943350"/>
            <a:ext cx="41052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2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uiExpand="1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 </a:t>
            </a:r>
            <a:r>
              <a:rPr lang="en-US" altLang="en-US" dirty="0">
                <a:cs typeface="Times New Roman" panose="02020603050405020304" pitchFamily="18" charset="0"/>
              </a:rPr>
              <a:t>- Notation</a:t>
            </a:r>
            <a:r>
              <a:rPr lang="en-US" altLang="en-US" sz="2400" b="1" dirty="0"/>
              <a:t> </a:t>
            </a:r>
            <a:br>
              <a:rPr lang="en-US" altLang="en-US" sz="2400" b="1" dirty="0"/>
            </a:br>
            <a:endParaRPr lang="en-US" altLang="en-US" sz="2400" b="1" dirty="0"/>
          </a:p>
        </p:txBody>
      </p:sp>
      <p:sp>
        <p:nvSpPr>
          <p:cNvPr id="52230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This is used when the function f can be bounded both from above and below by the same function g.</a:t>
            </a:r>
          </a:p>
          <a:p>
            <a:pPr marL="0" indent="0">
              <a:buNone/>
            </a:pPr>
            <a:endParaRPr lang="en-US" altLang="en-US" sz="2400" b="1" dirty="0"/>
          </a:p>
          <a:p>
            <a:pPr marL="0" indent="0">
              <a:buNone/>
            </a:pPr>
            <a:r>
              <a:rPr lang="en-US" altLang="en-US" sz="2400" b="1" dirty="0"/>
              <a:t>Definition: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   </a:t>
            </a:r>
            <a:r>
              <a:rPr lang="en-US" altLang="en-US" sz="2400" dirty="0">
                <a:cs typeface="Times New Roman" panose="02020603050405020304" pitchFamily="18" charset="0"/>
              </a:rPr>
              <a:t>(g(n)) ={ f(n): there exist positive constant c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, c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, and n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cs typeface="Times New Roman" panose="02020603050405020304" pitchFamily="18" charset="0"/>
              </a:rPr>
              <a:t> such that 0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c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g(n)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f(n)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c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g(n) for all n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en-US" sz="2400" dirty="0">
                <a:cs typeface="Times New Roman" panose="02020603050405020304" pitchFamily="18" charset="0"/>
              </a:rPr>
              <a:t>  n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BDF955-78EF-4987-88B3-B11F6C70E9B0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800">
              <a:latin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6" y="4000500"/>
            <a:ext cx="420052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What is an algorithm?</a:t>
            </a:r>
          </a:p>
          <a:p>
            <a:pPr eaLnBrk="1" hangingPunct="1"/>
            <a:r>
              <a:rPr lang="en-US" altLang="en-US" sz="2400" dirty="0"/>
              <a:t>Properties of an algorithm.</a:t>
            </a:r>
          </a:p>
          <a:p>
            <a:pPr eaLnBrk="1" hangingPunct="1"/>
            <a:r>
              <a:rPr lang="en-US" altLang="en-US" sz="2400" dirty="0"/>
              <a:t>Design methods.</a:t>
            </a:r>
          </a:p>
          <a:p>
            <a:pPr eaLnBrk="1" hangingPunct="1"/>
            <a:r>
              <a:rPr lang="en-US" altLang="en-US" sz="2400" dirty="0" err="1"/>
              <a:t>Pseudocode</a:t>
            </a:r>
            <a:r>
              <a:rPr lang="en-US" altLang="en-US" sz="2400" dirty="0"/>
              <a:t>.</a:t>
            </a:r>
          </a:p>
          <a:p>
            <a:pPr eaLnBrk="1" hangingPunct="1"/>
            <a:r>
              <a:rPr lang="en-US" altLang="en-US" sz="2400" dirty="0"/>
              <a:t>Analysis(Operation count &amp; Step count, RAM model).</a:t>
            </a:r>
          </a:p>
          <a:p>
            <a:pPr eaLnBrk="1" hangingPunct="1"/>
            <a:r>
              <a:rPr lang="en-US" altLang="en-US" sz="2400" dirty="0"/>
              <a:t>Insertion Sort.</a:t>
            </a:r>
          </a:p>
          <a:p>
            <a:pPr eaLnBrk="1" hangingPunct="1"/>
            <a:r>
              <a:rPr lang="en-US" altLang="en-US" sz="2400" dirty="0"/>
              <a:t>Asymptotic Notation</a:t>
            </a:r>
          </a:p>
        </p:txBody>
      </p:sp>
      <p:sp>
        <p:nvSpPr>
          <p:cNvPr id="542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86C23B-E3F7-4174-82F0-9152EDEA4AF9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98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References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T.H. </a:t>
            </a:r>
            <a:r>
              <a:rPr lang="en-US" dirty="0" err="1"/>
              <a:t>Cormen</a:t>
            </a:r>
            <a:r>
              <a:rPr lang="en-US" dirty="0"/>
              <a:t>, C.E. </a:t>
            </a:r>
            <a:r>
              <a:rPr lang="en-US" dirty="0" err="1"/>
              <a:t>Leiserson</a:t>
            </a:r>
            <a:r>
              <a:rPr lang="en-US" dirty="0"/>
              <a:t>, R.L. </a:t>
            </a:r>
            <a:r>
              <a:rPr lang="en-US" dirty="0" err="1"/>
              <a:t>Rivest</a:t>
            </a:r>
            <a:r>
              <a:rPr lang="en-US" dirty="0"/>
              <a:t>, Clifford Stein Introduction to Algorithms,3</a:t>
            </a:r>
            <a:r>
              <a:rPr lang="en-US" baseline="30000" dirty="0"/>
              <a:t>rd</a:t>
            </a:r>
            <a:r>
              <a:rPr lang="en-US" dirty="0"/>
              <a:t> Edition, MIT Press, 2009.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2A813C-E621-4B66-8949-CA22D4A23361}" type="slidenum">
              <a:rPr lang="en-US" altLang="en-US" sz="8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40688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2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503644CC7B9D4680D6EE4CCCF2C992" ma:contentTypeVersion="14" ma:contentTypeDescription="Create a new document." ma:contentTypeScope="" ma:versionID="a434e3fa0175df01d750fd8dcaf8a00f">
  <xsd:schema xmlns:xsd="http://www.w3.org/2001/XMLSchema" xmlns:xs="http://www.w3.org/2001/XMLSchema" xmlns:p="http://schemas.microsoft.com/office/2006/metadata/properties" xmlns:ns2="c1718f6a-3191-4b10-bab6-49a892608d4f" xmlns:ns3="f27f2145-870e-4375-be19-b1d2c8d61a99" targetNamespace="http://schemas.microsoft.com/office/2006/metadata/properties" ma:root="true" ma:fieldsID="cca8502b649607b1a7ebaf1946ecb9e9" ns2:_="" ns3:_="">
    <xsd:import namespace="c1718f6a-3191-4b10-bab6-49a892608d4f"/>
    <xsd:import namespace="f27f2145-870e-4375-be19-b1d2c8d61a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18f6a-3191-4b10-bab6-49a892608d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7f2145-870e-4375-be19-b1d2c8d61a9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b7e960-3d7b-437e-b317-07637589bdc5}" ma:internalName="TaxCatchAll" ma:showField="CatchAllData" ma:web="f27f2145-870e-4375-be19-b1d2c8d61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718f6a-3191-4b10-bab6-49a892608d4f">
      <Terms xmlns="http://schemas.microsoft.com/office/infopath/2007/PartnerControls"/>
    </lcf76f155ced4ddcb4097134ff3c332f>
    <TaxCatchAll xmlns="f27f2145-870e-4375-be19-b1d2c8d61a99" xsi:nil="true"/>
  </documentManagement>
</p:properties>
</file>

<file path=customXml/itemProps1.xml><?xml version="1.0" encoding="utf-8"?>
<ds:datastoreItem xmlns:ds="http://schemas.openxmlformats.org/officeDocument/2006/customXml" ds:itemID="{2D473161-A0C8-4FFC-BFFA-DF06D08A842B}"/>
</file>

<file path=customXml/itemProps2.xml><?xml version="1.0" encoding="utf-8"?>
<ds:datastoreItem xmlns:ds="http://schemas.openxmlformats.org/officeDocument/2006/customXml" ds:itemID="{19010C4A-CAB9-4757-B4E5-9E8E1678A5A8}"/>
</file>

<file path=customXml/itemProps3.xml><?xml version="1.0" encoding="utf-8"?>
<ds:datastoreItem xmlns:ds="http://schemas.openxmlformats.org/officeDocument/2006/customXml" ds:itemID="{35731955-910A-4A45-AEA7-44B176664403}"/>
</file>

<file path=docProps/app.xml><?xml version="1.0" encoding="utf-8"?>
<Properties xmlns="http://schemas.openxmlformats.org/officeDocument/2006/extended-properties" xmlns:vt="http://schemas.openxmlformats.org/officeDocument/2006/docPropsVTypes">
  <Template>Updated Design</Template>
  <TotalTime>11291</TotalTime>
  <Words>2031</Words>
  <Application>Microsoft Office PowerPoint</Application>
  <PresentationFormat>Widescreen</PresentationFormat>
  <Paragraphs>347</Paragraphs>
  <Slides>40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5" baseType="lpstr">
      <vt:lpstr>Arial</vt:lpstr>
      <vt:lpstr>Calibri</vt:lpstr>
      <vt:lpstr>Calibri Light</vt:lpstr>
      <vt:lpstr>Garamond</vt:lpstr>
      <vt:lpstr>Lucida Sans Unicode</vt:lpstr>
      <vt:lpstr>Tahoma</vt:lpstr>
      <vt:lpstr>Times New Roman</vt:lpstr>
      <vt:lpstr>Wingdings</vt:lpstr>
      <vt:lpstr>Custom Design</vt:lpstr>
      <vt:lpstr>Presentation3</vt:lpstr>
      <vt:lpstr>1_Custom Design</vt:lpstr>
      <vt:lpstr>2_Custom Design</vt:lpstr>
      <vt:lpstr>3_Custom Design</vt:lpstr>
      <vt:lpstr>4_Custom Design</vt:lpstr>
      <vt:lpstr>Equation</vt:lpstr>
      <vt:lpstr>PowerPoint Presentation</vt:lpstr>
      <vt:lpstr>ALGORITHMS</vt:lpstr>
      <vt:lpstr>ALGORITHM (Contd.)</vt:lpstr>
      <vt:lpstr>Properties of an Algorithm.</vt:lpstr>
      <vt:lpstr>Applications of Algorithms</vt:lpstr>
      <vt:lpstr>Pseudocode</vt:lpstr>
      <vt:lpstr>Pseudocode Conventions.</vt:lpstr>
      <vt:lpstr>Pseudocode Conventions.</vt:lpstr>
      <vt:lpstr>Analysis of Algorithms</vt:lpstr>
      <vt:lpstr>Worst, Best and Average case.</vt:lpstr>
      <vt:lpstr>Worst,Best and Average case(Contd.)</vt:lpstr>
      <vt:lpstr>Analysis Methods</vt:lpstr>
      <vt:lpstr>Operation count</vt:lpstr>
      <vt:lpstr>Step Count (RAM Model)</vt:lpstr>
      <vt:lpstr>RAM Model Analysis.</vt:lpstr>
      <vt:lpstr>Question 01</vt:lpstr>
      <vt:lpstr>Question 02</vt:lpstr>
      <vt:lpstr>Question 03</vt:lpstr>
      <vt:lpstr>Problems with RAM Model</vt:lpstr>
      <vt:lpstr>Insertion sort </vt:lpstr>
      <vt:lpstr>Pseudocode for insertion sort.</vt:lpstr>
      <vt:lpstr>PowerPoint Presentation</vt:lpstr>
      <vt:lpstr>Exact analysis of Insertion sort</vt:lpstr>
      <vt:lpstr>Running Time : T(n)</vt:lpstr>
      <vt:lpstr>Running Time(contd.)</vt:lpstr>
      <vt:lpstr>Worst Case T(n) cn2 + dn + e</vt:lpstr>
      <vt:lpstr>Worst Case T(n) cn2 + dn + e</vt:lpstr>
      <vt:lpstr>Asymptotic Notations</vt:lpstr>
      <vt:lpstr>Asymptotic Notations(Contd.)</vt:lpstr>
      <vt:lpstr>Big O - Notation</vt:lpstr>
      <vt:lpstr>Back to the example</vt:lpstr>
      <vt:lpstr>Big O – Notation(Contd.)</vt:lpstr>
      <vt:lpstr>Question</vt:lpstr>
      <vt:lpstr> Graphs of functions  </vt:lpstr>
      <vt:lpstr>PowerPoint Presentation</vt:lpstr>
      <vt:lpstr>Big O – Notation(Contd.)</vt:lpstr>
      <vt:lpstr> - Notation </vt:lpstr>
      <vt:lpstr> - Notation  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Losini Shanmugam</dc:creator>
  <cp:lastModifiedBy>Nathali Silva</cp:lastModifiedBy>
  <cp:revision>112</cp:revision>
  <cp:lastPrinted>2019-03-21T10:27:39Z</cp:lastPrinted>
  <dcterms:created xsi:type="dcterms:W3CDTF">2017-06-04T15:05:52Z</dcterms:created>
  <dcterms:modified xsi:type="dcterms:W3CDTF">2024-10-21T09:33:53Z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0x01010013503644CC7B9D4680D6EE4CCCF2C992</vt:lpwstr>
  </property>
</Properties>
</file>